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5" r:id="rId4"/>
  </p:sldMasterIdLst>
  <p:notesMasterIdLst>
    <p:notesMasterId r:id="rId14"/>
  </p:notesMasterIdLst>
  <p:handoutMasterIdLst>
    <p:handoutMasterId r:id="rId15"/>
  </p:handoutMasterIdLst>
  <p:sldIdLst>
    <p:sldId id="321" r:id="rId5"/>
    <p:sldId id="320" r:id="rId6"/>
    <p:sldId id="322" r:id="rId7"/>
    <p:sldId id="2147483638" r:id="rId8"/>
    <p:sldId id="2147473252" r:id="rId9"/>
    <p:sldId id="265" r:id="rId10"/>
    <p:sldId id="264" r:id="rId11"/>
    <p:sldId id="2147483646" r:id="rId12"/>
    <p:sldId id="2147483645" r:id="rId13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Tx/>
      <a:buNone/>
      <a:defRPr sz="1400" b="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 typeface="Fira Sans" panose="020B0503050000020004" pitchFamily="34" charset="0"/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 typeface="Symbol" panose="05050102010706020507" pitchFamily="18" charset="2"/>
      <a:buChar char="-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 typeface="Symbol" panose="05050102010706020507" pitchFamily="18" charset="2"/>
      <a:buChar char="-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lnSpc>
        <a:spcPct val="100000"/>
      </a:lnSpc>
      <a:spcBef>
        <a:spcPts val="1200"/>
      </a:spcBef>
      <a:spcAft>
        <a:spcPts val="200"/>
      </a:spcAft>
      <a:buFont typeface="Symbol" panose="05050102010706020507" pitchFamily="18" charset="2"/>
      <a:buNone/>
      <a:defRPr sz="1600" b="1" kern="1200">
        <a:solidFill>
          <a:schemeClr val="tx2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Tx/>
      <a:buNone/>
      <a:defRPr sz="1400" b="0" kern="1200">
        <a:solidFill>
          <a:schemeClr val="tx1"/>
        </a:solidFill>
        <a:latin typeface="+mn-lt"/>
        <a:ea typeface="+mn-ea"/>
        <a:cs typeface="+mn-cs"/>
      </a:defRPr>
    </a:lvl6pPr>
    <a:lvl7pPr marL="144000" indent="-14400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 typeface="Fira Sans" panose="020B0503050000020004" pitchFamily="34" charset="0"/>
      <a:buChar char="&gt;"/>
      <a:defRPr sz="1000" b="0" kern="1200">
        <a:solidFill>
          <a:schemeClr val="tx1"/>
        </a:solidFill>
        <a:latin typeface="+mn-lt"/>
        <a:ea typeface="+mn-ea"/>
        <a:cs typeface="+mn-cs"/>
      </a:defRPr>
    </a:lvl7pPr>
    <a:lvl8pPr marL="288000" indent="-14400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 typeface="Fira Sans" panose="020B0503050000020004" pitchFamily="34" charset="0"/>
      <a:buChar char="&gt;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432000" indent="-14400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 typeface="Symbol" panose="05050102010706020507" pitchFamily="18" charset="2"/>
      <a:buChar char="-"/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93" userDrawn="1">
          <p15:clr>
            <a:srgbClr val="A4A3A4"/>
          </p15:clr>
        </p15:guide>
        <p15:guide id="2" orient="horz" pos="1979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899F"/>
    <a:srgbClr val="FFAD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45C9562-1D88-4959-98E0-DF01EE10AB55}">
  <a:tblStyle styleId="{B45C9562-1D88-4959-98E0-DF01EE10AB55}" styleName="adesso Table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6350" cmpd="sng">
              <a:solidFill>
                <a:schemeClr val="dk1"/>
              </a:solidFill>
            </a:ln>
          </a:bottom>
          <a:insideH>
            <a:ln w="635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2"/>
      </a:tcTxStyle>
      <a:tcStyle>
        <a:tcBdr>
          <a:top>
            <a:ln w="6350" cmpd="sng">
              <a:solidFill>
                <a:schemeClr val="accent3"/>
              </a:solidFill>
            </a:ln>
          </a:top>
          <a:bottom>
            <a:ln w="6350" cmpd="sng">
              <a:solidFill>
                <a:schemeClr val="dk1"/>
              </a:solidFill>
            </a:ln>
          </a:bottom>
        </a:tcBdr>
      </a:tcStyle>
    </a:lastRow>
    <a:firstRow>
      <a:tcTxStyle b="on">
        <a:fontRef idx="minor">
          <a:prstClr val="black"/>
        </a:fontRef>
        <a:schemeClr val="dk2"/>
      </a:tcTxStyle>
      <a:tcStyle>
        <a:tcBdr>
          <a:bottom>
            <a:ln w="6350" cmpd="sng">
              <a:solidFill>
                <a:schemeClr val="dk1"/>
              </a:solidFill>
            </a:ln>
          </a:bottom>
        </a:tcBdr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/>
    <p:restoredTop sz="94658"/>
  </p:normalViewPr>
  <p:slideViewPr>
    <p:cSldViewPr snapToGrid="0">
      <p:cViewPr varScale="1">
        <p:scale>
          <a:sx n="120" d="100"/>
          <a:sy n="120" d="100"/>
        </p:scale>
        <p:origin x="816" y="184"/>
      </p:cViewPr>
      <p:guideLst>
        <p:guide orient="horz" pos="3793"/>
        <p:guide orient="horz" pos="19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51520"/>
            <a:ext cx="29718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endParaRPr lang="de-DE" sz="100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99FFA3F-6127-C7F4-F0A9-80A28FA7F7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57192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fld id="{79C899DD-B714-4B91-B6CD-D37226B35812}" type="datetime1">
              <a:rPr lang="de-DE" smtClean="0"/>
              <a:t>03.09.26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E750BB-3C39-305E-ED6C-9BE80FF1A2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77192" y="8676456"/>
            <a:ext cx="414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de-DE"/>
              <a:t>Title of the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A5566E-7BC4-87FA-9102-11291179BC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21328" y="8685213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</a:lstStyle>
          <a:p>
            <a:fld id="{E5BBCCF6-F8A8-4C49-BF3D-CA1AA74CA975}" type="slidenum">
              <a:rPr lang="de-DE" sz="1000" smtClean="0"/>
              <a:pPr/>
              <a:t>‹Nr.›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3143861194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6672" y="611560"/>
            <a:ext cx="5904000" cy="3321000"/>
          </a:xfrm>
          <a:prstGeom prst="rect">
            <a:avLst/>
          </a:prstGeom>
          <a:noFill/>
          <a:ln w="6350">
            <a:solidFill>
              <a:schemeClr val="accent3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8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51520"/>
            <a:ext cx="29718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de-DE" sz="1000"/>
          </a:p>
        </p:txBody>
      </p:sp>
      <p:sp>
        <p:nvSpPr>
          <p:cNvPr id="9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57192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fld id="{9249F248-942A-471F-87B8-89F38D49A427}" type="datetime1">
              <a:rPr lang="de-DE" smtClean="0"/>
              <a:t>03.09.26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4"/>
          </p:nvPr>
        </p:nvSpPr>
        <p:spPr>
          <a:xfrm>
            <a:off x="477192" y="8676456"/>
            <a:ext cx="414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de-DE"/>
              <a:t>Title of the presentation</a:t>
            </a:r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5"/>
          </p:nvPr>
        </p:nvSpPr>
        <p:spPr>
          <a:xfrm>
            <a:off x="6021328" y="8685213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</a:lstStyle>
          <a:p>
            <a:fld id="{E5BBCCF6-F8A8-4C49-BF3D-CA1AA74CA975}" type="slidenum">
              <a:rPr lang="de-DE" sz="1000" smtClean="0"/>
              <a:pPr/>
              <a:t>‹Nr.›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2846198732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lnSpc>
        <a:spcPct val="110000"/>
      </a:lnSpc>
      <a:spcBef>
        <a:spcPts val="1200"/>
      </a:spcBef>
      <a:defRPr sz="1200" b="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lnSpc>
        <a:spcPct val="110000"/>
      </a:lnSpc>
      <a:spcBef>
        <a:spcPts val="400"/>
      </a:spcBef>
      <a:spcAft>
        <a:spcPts val="400"/>
      </a:spcAft>
      <a:buFont typeface="Fira Sans" panose="020B0503050000020004" pitchFamily="34" charset="0"/>
      <a:buChar char="&gt;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576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576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576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576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894EB-5B5E-BD1E-B2AB-931947924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B0219A3-F012-3A5D-885A-AFC9F7551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8196592-B21C-B653-A5C5-1DEBEE975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7CC135-33AD-B9DB-3A04-27F9FF362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DA4CF19-FF16-4AC9-95F7-27CA1B2607A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ira Sans" panose="020B05030500000200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9733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E4C78-D27F-74FC-8A7B-4160C89D4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5E284A2-2346-E469-2CF8-79F4D8B32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982354B-C049-53E2-ED8D-BB57FA532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D4E6E2-BAAC-3BAA-450C-14BC89B85E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fld id="{9AA27005-6E57-4798-BB86-03EF77928195}" type="datetime1">
              <a:rPr lang="de-DE" smtClean="0"/>
              <a:t>03.09.26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91BAE6-951D-7100-8C8A-FDAD032E72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Title of the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811353-36D6-0044-6964-8211D63C8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pPr/>
              <a:t>2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4171509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835CE-3899-9C2A-63B8-81C6487EC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E7021C0-8F48-FC75-A674-B5A37BB29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D35CCBD-44A5-B60E-78C3-90BA74568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Kernbotschaften: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/>
              <a:t>Es gibt verschiedene Integrations- und Automatisierungsgrade, AI in die Softwareentwicklung zu integrieren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/>
              <a:t>Das ist kein Zeitstrahl bis 2030. Das ist alles schon jetzt möglich. Das ist ein 2026 Thema, kein Thema für die 5-Jahres-Planung.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Aktuelle Strategien unterschätzen oftmals die Geschwindigkeit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e-DE"/>
              <a:t>In Abhängigkeit der Reifegrade ergeben sich erhebliche Potentiale hinsichtlich Effizienzgewinnen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/>
              <a:t>AI verändert nicht nur wie wir entwickeln - sondern was möglich ist: Mit AI werden Vorhaben umsetzbar, die vorher nicht wirtschaftlich waren (siehe Legacy-Ablöse/Code Migration)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/>
              <a:t>Wo steht der Kunde aktuell? Wo will der Kunde hin?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4DAE56-AEB7-5B35-38F0-07B25FB383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Tx/>
              <a:buFontTx/>
              <a:buNone/>
              <a:tabLst/>
              <a:defRPr/>
            </a:pPr>
            <a:fld id="{11EBE071-A365-4C09-8755-0B2F6117071E}" type="datetime1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6EC7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03.09.26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6EC7"/>
              </a:solidFill>
              <a:effectLst/>
              <a:uLnTx/>
              <a:uFillTx/>
              <a:latin typeface="Fira Sans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277239-4B9D-801D-6097-79915A2560A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6EC7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Title of the 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srgbClr val="006EC7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presentation</a:t>
            </a: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6EC7"/>
              </a:solidFill>
              <a:effectLst/>
              <a:uLnTx/>
              <a:uFillTx/>
              <a:latin typeface="Fira Sans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CD5C29-EC19-DBB1-D0A1-4E0B8EDFE6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6EC7"/>
              </a:buClr>
              <a:buSzTx/>
              <a:buFontTx/>
              <a:buNone/>
              <a:tabLst/>
              <a:defRPr/>
            </a:pPr>
            <a:fld id="{E5BBCCF6-F8A8-4C49-BF3D-CA1AA74CA97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6EC7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6EC7"/>
                </a:buClr>
                <a:buSzTx/>
                <a:buFontTx/>
                <a:buNone/>
                <a:tabLst/>
                <a:defRPr/>
              </a:pPr>
              <a:t>4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6EC7"/>
              </a:solidFill>
              <a:effectLst/>
              <a:uLnTx/>
              <a:uFillTx/>
              <a:latin typeface="Fira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7138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10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oleObject" Target="../embeddings/oleObject4.bin"/><Relationship Id="rId7" Type="http://schemas.openxmlformats.org/officeDocument/2006/relationships/image" Target="../media/image8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9.svg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7.svg"/><Relationship Id="rId5" Type="http://schemas.openxmlformats.org/officeDocument/2006/relationships/image" Target="../media/image5.sv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8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oleObject" Target="../embeddings/oleObject10.bin"/><Relationship Id="rId7" Type="http://schemas.openxmlformats.org/officeDocument/2006/relationships/image" Target="../media/image15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14.svg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image" Target="../media/image1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2.svg"/><Relationship Id="rId5" Type="http://schemas.openxmlformats.org/officeDocument/2006/relationships/image" Target="../media/image13.sv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15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16.svg"/><Relationship Id="rId5" Type="http://schemas.openxmlformats.org/officeDocument/2006/relationships/image" Target="../media/image14.sv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oleObject" Target="../embeddings/oleObject14.bin"/><Relationship Id="rId7" Type="http://schemas.openxmlformats.org/officeDocument/2006/relationships/image" Target="../media/image15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2.svg"/><Relationship Id="rId5" Type="http://schemas.openxmlformats.org/officeDocument/2006/relationships/image" Target="../media/image17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7" Type="http://schemas.openxmlformats.org/officeDocument/2006/relationships/image" Target="../media/image1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14.svg"/><Relationship Id="rId5" Type="http://schemas.openxmlformats.org/officeDocument/2006/relationships/image" Target="../media/image17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6.svg"/><Relationship Id="rId4" Type="http://schemas.openxmlformats.org/officeDocument/2006/relationships/image" Target="../media/image14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7" Type="http://schemas.openxmlformats.org/officeDocument/2006/relationships/image" Target="../media/image14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6" Type="http://schemas.openxmlformats.org/officeDocument/2006/relationships/image" Target="../media/image16.svg"/><Relationship Id="rId5" Type="http://schemas.openxmlformats.org/officeDocument/2006/relationships/image" Target="../media/image17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14.svg"/><Relationship Id="rId5" Type="http://schemas.openxmlformats.org/officeDocument/2006/relationships/image" Target="../media/image17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7" Type="http://schemas.openxmlformats.org/officeDocument/2006/relationships/image" Target="../media/image1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14.svg"/><Relationship Id="rId5" Type="http://schemas.openxmlformats.org/officeDocument/2006/relationships/image" Target="../media/image17.pn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13.svg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14.svg"/><Relationship Id="rId5" Type="http://schemas.openxmlformats.org/officeDocument/2006/relationships/image" Target="../media/image16.sv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13.svg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14.svg"/><Relationship Id="rId5" Type="http://schemas.openxmlformats.org/officeDocument/2006/relationships/image" Target="../media/image16.svg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4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16.svg"/><Relationship Id="rId5" Type="http://schemas.openxmlformats.org/officeDocument/2006/relationships/image" Target="../media/image18.png"/><Relationship Id="rId4" Type="http://schemas.openxmlformats.org/officeDocument/2006/relationships/image" Target="../media/image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2.svg"/><Relationship Id="rId5" Type="http://schemas.openxmlformats.org/officeDocument/2006/relationships/image" Target="../media/image13.svg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14.svg"/><Relationship Id="rId5" Type="http://schemas.openxmlformats.org/officeDocument/2006/relationships/image" Target="../media/image16.svg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14.svg"/><Relationship Id="rId5" Type="http://schemas.openxmlformats.org/officeDocument/2006/relationships/image" Target="../media/image16.svg"/><Relationship Id="rId4" Type="http://schemas.openxmlformats.org/officeDocument/2006/relationships/image" Target="../media/image1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4" Type="http://schemas.openxmlformats.org/officeDocument/2006/relationships/image" Target="../media/image19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/Out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489F20B-BBCD-A3A7-10D0-F905F49F3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4497820" y="2637000"/>
            <a:ext cx="3196360" cy="120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26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B5D5D99-F1C8-BFD2-6A39-BBC22026C7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166434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5D5D99-F1C8-BFD2-6A39-BBC22026C7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/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1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GB"/>
              <a:t>Subtitle of the presentation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365A73C-A722-36D8-2989-21881458F7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49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9480952-B8AA-375F-48D8-8A4929F5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9945900" y="366900"/>
            <a:ext cx="1980000" cy="781224"/>
          </a:xfrm>
          <a:prstGeom prst="rect">
            <a:avLst/>
          </a:prstGeom>
        </p:spPr>
      </p:pic>
      <p:pic>
        <p:nvPicPr>
          <p:cNvPr id="5" name="Pill_small">
            <a:extLst>
              <a:ext uri="{FF2B5EF4-FFF2-40B4-BE49-F238E27FC236}">
                <a16:creationId xmlns:a16="http://schemas.microsoft.com/office/drawing/2014/main" id="{AF33988A-A889-CE3D-1F77-FE4B05D01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408000" y="6481979"/>
            <a:ext cx="216000" cy="98743"/>
          </a:xfrm>
          <a:prstGeom prst="rect">
            <a:avLst/>
          </a:prstGeom>
        </p:spPr>
      </p:pic>
      <p:sp>
        <p:nvSpPr>
          <p:cNvPr id="2" name="Arrow">
            <a:extLst>
              <a:ext uri="{FF2B5EF4-FFF2-40B4-BE49-F238E27FC236}">
                <a16:creationId xmlns:a16="http://schemas.microsoft.com/office/drawing/2014/main" id="{E6FD122C-0A1E-1C04-2CAD-B7A816385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33664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332">
          <p15:clr>
            <a:srgbClr val="FBAE40"/>
          </p15:clr>
        </p15:guide>
        <p15:guide id="2" pos="484">
          <p15:clr>
            <a:srgbClr val="FBAE40"/>
          </p15:clr>
        </p15:guide>
        <p15:guide id="3" orient="horz" pos="2024">
          <p15:clr>
            <a:srgbClr val="FBAE40"/>
          </p15:clr>
        </p15:guide>
        <p15:guide id="4" orient="horz" pos="19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725F2B-7ACB-05F5-B3D7-C02685D3572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45623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725F2B-7ACB-05F5-B3D7-C02685D357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1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/>
              <a:t>Subtitle of the presentation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365A73C-A722-36D8-2989-21881458F7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49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pic>
        <p:nvPicPr>
          <p:cNvPr id="5" name="Pill_small">
            <a:extLst>
              <a:ext uri="{FF2B5EF4-FFF2-40B4-BE49-F238E27FC236}">
                <a16:creationId xmlns:a16="http://schemas.microsoft.com/office/drawing/2014/main" id="{AF33988A-A889-CE3D-1F77-FE4B05D01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408000" y="6481979"/>
            <a:ext cx="216000" cy="98743"/>
          </a:xfrm>
          <a:prstGeom prst="rect">
            <a:avLst/>
          </a:prstGeom>
        </p:spPr>
      </p:pic>
      <p:pic>
        <p:nvPicPr>
          <p:cNvPr id="6" name="Logo">
            <a:extLst>
              <a:ext uri="{FF2B5EF4-FFF2-40B4-BE49-F238E27FC236}">
                <a16:creationId xmlns:a16="http://schemas.microsoft.com/office/drawing/2014/main" id="{90DCB562-3B1C-F7F5-F354-6234DC8BF1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9945900" y="366900"/>
            <a:ext cx="1980000" cy="781224"/>
          </a:xfrm>
          <a:prstGeom prst="rect">
            <a:avLst/>
          </a:prstGeom>
        </p:spPr>
      </p:pic>
      <p:sp>
        <p:nvSpPr>
          <p:cNvPr id="8" name="Arrow">
            <a:extLst>
              <a:ext uri="{FF2B5EF4-FFF2-40B4-BE49-F238E27FC236}">
                <a16:creationId xmlns:a16="http://schemas.microsoft.com/office/drawing/2014/main" id="{230985C2-B223-BE1C-0204-CF27E13D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9106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332">
          <p15:clr>
            <a:srgbClr val="FBAE40"/>
          </p15:clr>
        </p15:guide>
        <p15:guide id="2" pos="484">
          <p15:clr>
            <a:srgbClr val="FBAE40"/>
          </p15:clr>
        </p15:guide>
        <p15:guide id="3" orient="horz" pos="2024">
          <p15:clr>
            <a:srgbClr val="FBAE40"/>
          </p15:clr>
        </p15:guide>
        <p15:guide id="4" orient="horz" pos="19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EEF9155-EE20-D3CA-DD92-01E0FB74BB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8310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EF9155-EE20-D3CA-DD92-01E0FB74BB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Gradient">
            <a:extLst>
              <a:ext uri="{FF2B5EF4-FFF2-40B4-BE49-F238E27FC236}">
                <a16:creationId xmlns:a16="http://schemas.microsoft.com/office/drawing/2014/main" id="{31C9061C-135B-7D39-F3B0-52C4E55CA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1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/>
              <a:t>Subtitle of the presentation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5201A347-F79F-92F1-94F1-D7D4F7C345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49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9480952-B8AA-375F-48D8-8A4929F5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9945900" y="366900"/>
            <a:ext cx="1980000" cy="781224"/>
          </a:xfrm>
          <a:prstGeom prst="rect">
            <a:avLst/>
          </a:prstGeom>
        </p:spPr>
      </p:pic>
      <p:sp>
        <p:nvSpPr>
          <p:cNvPr id="2" name="Pill_small_TextPH">
            <a:extLst>
              <a:ext uri="{FF2B5EF4-FFF2-40B4-BE49-F238E27FC236}">
                <a16:creationId xmlns:a16="http://schemas.microsoft.com/office/drawing/2014/main" id="{ABEAE662-A103-9D7A-2778-58B4D4DDF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407988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71910733-75D9-EA24-14FA-A3C0A8A86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0785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332">
          <p15:clr>
            <a:srgbClr val="FBAE40"/>
          </p15:clr>
        </p15:guide>
        <p15:guide id="2" pos="484">
          <p15:clr>
            <a:srgbClr val="FBAE40"/>
          </p15:clr>
        </p15:guide>
        <p15:guide id="3" orient="horz" pos="2024">
          <p15:clr>
            <a:srgbClr val="FBAE40"/>
          </p15:clr>
        </p15:guide>
        <p15:guide id="4" orient="horz" pos="193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Picture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8F9CC4F-72C1-9CB1-A14F-074F35DF4C4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92572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F9CC4F-72C1-9CB1-A14F-074F35DF4C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Bildplatzhalter 3">
            <a:extLst>
              <a:ext uri="{FF2B5EF4-FFF2-40B4-BE49-F238E27FC236}">
                <a16:creationId xmlns:a16="http://schemas.microsoft.com/office/drawing/2014/main" id="{622AFC4E-7444-AAD1-46FC-BB6853DA8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5" name="Bildkontrast">
            <a:extLst>
              <a:ext uri="{FF2B5EF4-FFF2-40B4-BE49-F238E27FC236}">
                <a16:creationId xmlns:a16="http://schemas.microsoft.com/office/drawing/2014/main" id="{3639B452-EC7D-BF1A-07F8-BEB5B1C92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/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1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GB"/>
              <a:t>Subtitle of the presentation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3FF88096-6C49-1451-EB92-E5E2BC16ED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49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164FF3D2-32EC-360C-70D7-B6B5243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9945900" y="366900"/>
            <a:ext cx="1980000" cy="781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Arrow">
            <a:extLst>
              <a:ext uri="{FF2B5EF4-FFF2-40B4-BE49-F238E27FC236}">
                <a16:creationId xmlns:a16="http://schemas.microsoft.com/office/drawing/2014/main" id="{7ED359A5-AD86-85BA-0C81-D5926F376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Pill_small_TextPH">
            <a:extLst>
              <a:ext uri="{FF2B5EF4-FFF2-40B4-BE49-F238E27FC236}">
                <a16:creationId xmlns:a16="http://schemas.microsoft.com/office/drawing/2014/main" id="{B7472438-0CDB-1E5D-7E50-6063D6DE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407988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28431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332">
          <p15:clr>
            <a:srgbClr val="FBAE40"/>
          </p15:clr>
        </p15:guide>
        <p15:guide id="2" pos="484">
          <p15:clr>
            <a:srgbClr val="FBAE40"/>
          </p15:clr>
        </p15:guide>
        <p15:guide id="3" orient="horz" pos="2024">
          <p15:clr>
            <a:srgbClr val="FBAE40"/>
          </p15:clr>
        </p15:guide>
        <p15:guide id="4" orient="horz" pos="19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FB0FDDB-A961-9532-7262-F63096E20B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68441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B0FDDB-A961-9532-7262-F63096E20B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4E78C348-519D-0A32-5392-9E0129C90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/>
              <a:t>Add  Picture</a:t>
            </a:r>
          </a:p>
          <a:p>
            <a:pPr lvl="8"/>
            <a:endParaRPr lang="en-GB"/>
          </a:p>
        </p:txBody>
      </p:sp>
      <p:sp>
        <p:nvSpPr>
          <p:cNvPr id="4" name="Bildkontrast">
            <a:extLst>
              <a:ext uri="{FF2B5EF4-FFF2-40B4-BE49-F238E27FC236}">
                <a16:creationId xmlns:a16="http://schemas.microsoft.com/office/drawing/2014/main" id="{1E06408D-6EC6-57B1-31FB-9D5F7492BE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3717000"/>
            <a:ext cx="12192000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1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/>
              <a:t>Subtitle of the </a:t>
            </a:r>
            <a:r>
              <a:rPr lang="en-GB" err="1"/>
              <a:t>presentatio</a:t>
            </a:r>
            <a:endParaRPr lang="en-GB"/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2739350E-2979-D47B-334C-37F1CC1113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49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164FF3D2-32EC-360C-70D7-B6B5243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9945900" y="366900"/>
            <a:ext cx="1980000" cy="781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Arrow">
            <a:extLst>
              <a:ext uri="{FF2B5EF4-FFF2-40B4-BE49-F238E27FC236}">
                <a16:creationId xmlns:a16="http://schemas.microsoft.com/office/drawing/2014/main" id="{0CBF9589-32BE-207C-0458-B3216DEB2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B1C6230C-21C7-FFD0-5494-C0A421564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407988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8502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332">
          <p15:clr>
            <a:srgbClr val="FBAE40"/>
          </p15:clr>
        </p15:guide>
        <p15:guide id="2" pos="484">
          <p15:clr>
            <a:srgbClr val="FBAE40"/>
          </p15:clr>
        </p15:guide>
        <p15:guide id="3" orient="horz" pos="2024">
          <p15:clr>
            <a:srgbClr val="FBAE40"/>
          </p15:clr>
        </p15:guide>
        <p15:guide id="4" orient="horz" pos="193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7C93870-2A84-760E-6E40-D6AFF40E1B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5095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C93870-2A84-760E-6E40-D6AFF40E1B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Agenda title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D7B0A5AD-3A24-4B7F-AD27-372D47BF3201}" type="datetime1">
              <a:rPr lang="de-DE" smtClean="0"/>
              <a:t>03.09.26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adSCAILE HackAIthon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055688" y="1773238"/>
            <a:ext cx="10728000" cy="4392612"/>
          </a:xfrm>
          <a:prstGeom prst="rect">
            <a:avLst/>
          </a:prstGeom>
        </p:spPr>
        <p:txBody>
          <a:bodyPr numCol="2" spcCol="504000"/>
          <a:lstStyle>
            <a:lvl1pPr marL="360000" indent="-360000">
              <a:spcBef>
                <a:spcPts val="1800"/>
              </a:spcBef>
              <a:buFont typeface="+mj-lt"/>
              <a:buAutoNum type="arabicPeriod"/>
              <a:defRPr sz="1800" b="1">
                <a:solidFill>
                  <a:schemeClr val="tx2"/>
                </a:solidFill>
              </a:defRPr>
            </a:lvl1pPr>
            <a:lvl2pPr marL="360000" indent="0">
              <a:spcBef>
                <a:spcPts val="200"/>
              </a:spcBef>
              <a:spcAft>
                <a:spcPts val="200"/>
              </a:spcAft>
              <a:buFont typeface="+mj-lt"/>
              <a:buNone/>
              <a:defRPr sz="1600" b="1"/>
            </a:lvl2pPr>
            <a:lvl3pPr marL="360000" indent="0">
              <a:spcBef>
                <a:spcPts val="200"/>
              </a:spcBef>
              <a:spcAft>
                <a:spcPts val="200"/>
              </a:spcAft>
              <a:buFont typeface="Fira Sans" panose="020B0503050000020004" pitchFamily="34" charset="0"/>
              <a:buNone/>
              <a:defRPr/>
            </a:lvl3pPr>
            <a:lvl4pPr marL="503238" indent="-144000">
              <a:spcBef>
                <a:spcPts val="200"/>
              </a:spcBef>
              <a:spcAft>
                <a:spcPts val="200"/>
              </a:spcAft>
              <a:buFont typeface="Fira Sans" panose="020B0503050000020004" pitchFamily="34" charset="0"/>
              <a:buChar char="&gt;"/>
              <a:defRPr sz="1400" b="0">
                <a:solidFill>
                  <a:schemeClr val="tx1"/>
                </a:solidFill>
              </a:defRPr>
            </a:lvl4pPr>
            <a:lvl5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86777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23" userDrawn="1">
          <p15:clr>
            <a:srgbClr val="F26B43"/>
          </p15:clr>
        </p15:guide>
        <p15:guide id="6" pos="257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92C41A53-F3D3-1C21-B135-C5F120504F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45462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C41A53-F3D3-1C21-B135-C5F120504F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1055687" y="512676"/>
            <a:ext cx="10728000" cy="10800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GB"/>
              <a:t>Add Agenda title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8798B6C0-3519-486E-8A23-B366FF4A4BC9}" type="datetime1">
              <a:rPr lang="de-DE" smtClean="0"/>
              <a:t>03.09.26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adSCAILE HackAIthon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platzhalter 24">
            <a:extLst>
              <a:ext uri="{FF2B5EF4-FFF2-40B4-BE49-F238E27FC236}">
                <a16:creationId xmlns:a16="http://schemas.microsoft.com/office/drawing/2014/main" id="{A34E9E74-1E39-8109-360B-A3E55855FB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055854" y="177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7" name="Textplatzhalter 26">
            <a:extLst>
              <a:ext uri="{FF2B5EF4-FFF2-40B4-BE49-F238E27FC236}">
                <a16:creationId xmlns:a16="http://schemas.microsoft.com/office/drawing/2014/main" id="{2255F337-75B4-13CD-224C-DC966FC86B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775934" y="177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Textplatzhalter 24">
            <a:extLst>
              <a:ext uri="{FF2B5EF4-FFF2-40B4-BE49-F238E27FC236}">
                <a16:creationId xmlns:a16="http://schemas.microsoft.com/office/drawing/2014/main" id="{0A994108-587A-7B5F-4BD0-6F34AA17C9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055854" y="285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12" name="Textplatzhalter 26">
            <a:extLst>
              <a:ext uri="{FF2B5EF4-FFF2-40B4-BE49-F238E27FC236}">
                <a16:creationId xmlns:a16="http://schemas.microsoft.com/office/drawing/2014/main" id="{9F6EBA83-B83B-576B-64CB-ADBD6A177C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775934" y="285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4" name="Textplatzhalter 24">
            <a:extLst>
              <a:ext uri="{FF2B5EF4-FFF2-40B4-BE49-F238E27FC236}">
                <a16:creationId xmlns:a16="http://schemas.microsoft.com/office/drawing/2014/main" id="{A85BDE73-D5CD-FDB8-02C4-D50A3BDF24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1056000" y="393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16" name="Textplatzhalter 26">
            <a:extLst>
              <a:ext uri="{FF2B5EF4-FFF2-40B4-BE49-F238E27FC236}">
                <a16:creationId xmlns:a16="http://schemas.microsoft.com/office/drawing/2014/main" id="{C28D690A-02FF-09B1-EB6C-A73F9BFFB9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1776080" y="393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8" name="Textplatzhalter 24">
            <a:extLst>
              <a:ext uri="{FF2B5EF4-FFF2-40B4-BE49-F238E27FC236}">
                <a16:creationId xmlns:a16="http://schemas.microsoft.com/office/drawing/2014/main" id="{B0EEA235-157C-0DD6-1EB1-2D101F4663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1056146" y="501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20" name="Textplatzhalter 26">
            <a:extLst>
              <a:ext uri="{FF2B5EF4-FFF2-40B4-BE49-F238E27FC236}">
                <a16:creationId xmlns:a16="http://schemas.microsoft.com/office/drawing/2014/main" id="{BC8510BB-7A4F-C027-FA67-05A980A607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1776226" y="501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2" name="Textplatzhalter 24">
            <a:extLst>
              <a:ext uri="{FF2B5EF4-FFF2-40B4-BE49-F238E27FC236}">
                <a16:creationId xmlns:a16="http://schemas.microsoft.com/office/drawing/2014/main" id="{B5942F88-B110-49D8-9B60-2E1BDDB760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455854" y="177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29" name="Textplatzhalter 26">
            <a:extLst>
              <a:ext uri="{FF2B5EF4-FFF2-40B4-BE49-F238E27FC236}">
                <a16:creationId xmlns:a16="http://schemas.microsoft.com/office/drawing/2014/main" id="{45D253A2-A960-9F2B-AEF1-67F1165047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175934" y="177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B53778D-F9BD-F40B-2FC9-0BF34E3C9B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456000" y="285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31" name="Textplatzhalter 26">
            <a:extLst>
              <a:ext uri="{FF2B5EF4-FFF2-40B4-BE49-F238E27FC236}">
                <a16:creationId xmlns:a16="http://schemas.microsoft.com/office/drawing/2014/main" id="{ABF3534A-653F-64D8-B01B-F7561A40B87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7176080" y="285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614F4393-383C-9CEE-68FA-59D2E8749B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6456146" y="393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33" name="Textplatzhalter 26">
            <a:extLst>
              <a:ext uri="{FF2B5EF4-FFF2-40B4-BE49-F238E27FC236}">
                <a16:creationId xmlns:a16="http://schemas.microsoft.com/office/drawing/2014/main" id="{F681518D-1909-6D73-E5C0-0842A0100D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7176226" y="393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D1FC226F-83E0-2226-D377-F8376BD009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6456292" y="501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35" name="Textplatzhalter 26">
            <a:extLst>
              <a:ext uri="{FF2B5EF4-FFF2-40B4-BE49-F238E27FC236}">
                <a16:creationId xmlns:a16="http://schemas.microsoft.com/office/drawing/2014/main" id="{10BA3EAB-FA0C-46B7-0CD7-F2A12D81A5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7176372" y="501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94403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23" userDrawn="1">
          <p15:clr>
            <a:srgbClr val="F26B43"/>
          </p15:clr>
        </p15:guide>
        <p15:guide id="6" pos="257">
          <p15:clr>
            <a:srgbClr val="A4A3A4"/>
          </p15:clr>
        </p15:guide>
        <p15:guide id="7" pos="4067">
          <p15:clr>
            <a:srgbClr val="F26B43"/>
          </p15:clr>
        </p15:guide>
        <p15:guide id="8" pos="4021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1225CE66-DBB8-739C-40C1-C7EF786AB8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3754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25CE66-DBB8-739C-40C1-C7EF786AB8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0BB22A48-E4FC-DF04-EDD8-73946BA75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736000" y="6309000"/>
            <a:ext cx="1080000" cy="549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l">
              <a:buClr>
                <a:schemeClr val="tx2"/>
              </a:buClr>
              <a:buFont typeface="Fira Sans" panose="020B0503050000020004" pitchFamily="34" charset="0"/>
              <a:buChar char="&gt;"/>
            </a:pPr>
            <a:endParaRPr lang="de-DE" sz="1600">
              <a:solidFill>
                <a:schemeClr val="tx2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1055688" y="1268900"/>
            <a:ext cx="8856662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gray">
          <a:xfrm>
            <a:off x="1055688" y="3428912"/>
            <a:ext cx="8856662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9pPr>
          </a:lstStyle>
          <a:p>
            <a:r>
              <a:rPr lang="en-GB"/>
              <a:t>Optional short description of 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2358C48B-A412-4C56-8204-5240F4943DD3}" type="datetime1">
              <a:rPr lang="de-DE" smtClean="0"/>
              <a:t>03.09.26</a:t>
            </a:fld>
            <a:endParaRPr lang="en-GB"/>
          </a:p>
        </p:txBody>
      </p:sp>
      <p:sp>
        <p:nvSpPr>
          <p:cNvPr id="7" name="Arrow">
            <a:extLst>
              <a:ext uri="{FF2B5EF4-FFF2-40B4-BE49-F238E27FC236}">
                <a16:creationId xmlns:a16="http://schemas.microsoft.com/office/drawing/2014/main" id="{2DB93664-3E0D-919B-F3B1-3E8CAFEE6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10632000" y="4761000"/>
            <a:ext cx="756000" cy="75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Pill_small_TextPH">
            <a:extLst>
              <a:ext uri="{FF2B5EF4-FFF2-40B4-BE49-F238E27FC236}">
                <a16:creationId xmlns:a16="http://schemas.microsoft.com/office/drawing/2014/main" id="{1A681424-DE77-3A71-67F9-9FDE8392D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99887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C05D2FC8-3E8B-9EBE-7745-7873E532D1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26784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5D2FC8-3E8B-9EBE-7745-7873E532D1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dient">
            <a:extLst>
              <a:ext uri="{FF2B5EF4-FFF2-40B4-BE49-F238E27FC236}">
                <a16:creationId xmlns:a16="http://schemas.microsoft.com/office/drawing/2014/main" id="{B723CF16-9659-CD27-BFD2-E5AD0C84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B2167822-301A-923D-3BF1-98C43E5D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5688" y="1268900"/>
            <a:ext cx="8856662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AC21517-510A-2A39-F899-3441461F4C0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055688" y="3429000"/>
            <a:ext cx="8856662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9pPr>
          </a:lstStyle>
          <a:p>
            <a:r>
              <a:rPr lang="en-GB"/>
              <a:t>Optional short description of </a:t>
            </a:r>
            <a:br>
              <a:rPr lang="en-GB"/>
            </a:br>
            <a:r>
              <a:rPr lang="en-GB"/>
              <a:t>the current section</a:t>
            </a:r>
          </a:p>
          <a:p>
            <a:pPr lvl="1"/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75D5A1-743C-4CBF-8ECA-8B443060338C}" type="datetime1">
              <a:rPr lang="de-DE" smtClean="0"/>
              <a:t>03.09.26</a:t>
            </a:fld>
            <a:endParaRPr lang="en-GB"/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2E4ABAEA-6371-074E-FCF3-57D9898D4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Arrow">
            <a:extLst>
              <a:ext uri="{FF2B5EF4-FFF2-40B4-BE49-F238E27FC236}">
                <a16:creationId xmlns:a16="http://schemas.microsoft.com/office/drawing/2014/main" id="{EDBBED1B-023A-FACB-C4ED-EE7525F3F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0632000" y="4761000"/>
            <a:ext cx="756000" cy="75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9E9F17F7-0B89-0E0F-48B9-E46CCAFBF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436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7F45E01D-B563-537E-CFD1-CD6B55CE09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1316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45E01D-B563-537E-CFD1-CD6B55CE09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ildplatzhalter 3">
            <a:extLst>
              <a:ext uri="{FF2B5EF4-FFF2-40B4-BE49-F238E27FC236}">
                <a16:creationId xmlns:a16="http://schemas.microsoft.com/office/drawing/2014/main" id="{39CCA402-DED7-2BB4-D820-6AF1A1083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  Picture</a:t>
            </a:r>
          </a:p>
        </p:txBody>
      </p:sp>
      <p:sp>
        <p:nvSpPr>
          <p:cNvPr id="7" name="Bildkontrast">
            <a:extLst>
              <a:ext uri="{FF2B5EF4-FFF2-40B4-BE49-F238E27FC236}">
                <a16:creationId xmlns:a16="http://schemas.microsoft.com/office/drawing/2014/main" id="{90BF5578-7158-742D-B8B8-D8C5F96FE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9B9FB43F-5E8A-B6C3-EAA8-EA022913F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5688" y="1268900"/>
            <a:ext cx="8856662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810752F5-186C-03FB-BB64-C5F1D9D9BC3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055688" y="3428912"/>
            <a:ext cx="8856662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9pPr>
          </a:lstStyle>
          <a:p>
            <a:r>
              <a:rPr lang="en-GB"/>
              <a:t>Optional short description of </a:t>
            </a:r>
            <a:br>
              <a:rPr lang="en-GB"/>
            </a:br>
            <a:r>
              <a:rPr lang="en-GB"/>
              <a:t>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FACF44-5B6A-4163-8132-6E4266EDCDBD}" type="datetime1">
              <a:rPr lang="de-DE" smtClean="0"/>
              <a:t>03.09.26</a:t>
            </a:fld>
            <a:endParaRPr lang="en-GB"/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8DB6C231-C5BB-9B40-0F2A-1BA2BA977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0BE17F32-D6B0-F910-E9F6-968829D7A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10632000" y="4761000"/>
            <a:ext cx="756000" cy="75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9761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718A833-D790-25B6-3705-635EEE5F5A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05563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718A833-D790-25B6-3705-635EEE5F5A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ildplatzhalter 9">
            <a:extLst>
              <a:ext uri="{FF2B5EF4-FFF2-40B4-BE49-F238E27FC236}">
                <a16:creationId xmlns:a16="http://schemas.microsoft.com/office/drawing/2014/main" id="{27A5E866-5D91-E545-59A4-766B60DC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/>
              <a:t>Add  Picture</a:t>
            </a:r>
          </a:p>
          <a:p>
            <a:pPr lvl="8"/>
            <a:endParaRPr lang="en-GB"/>
          </a:p>
        </p:txBody>
      </p:sp>
      <p:sp>
        <p:nvSpPr>
          <p:cNvPr id="7" name="Bildkontrast">
            <a:extLst>
              <a:ext uri="{FF2B5EF4-FFF2-40B4-BE49-F238E27FC236}">
                <a16:creationId xmlns:a16="http://schemas.microsoft.com/office/drawing/2014/main" id="{C4753983-0865-0D4C-9133-0A99B811D1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3717000"/>
            <a:ext cx="12192000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9685288D-DB07-51CF-3109-4D7FFCFE5B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5688" y="1268900"/>
            <a:ext cx="8856662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B1A90195-8AAA-0454-4861-29ED43B27E2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055688" y="3429000"/>
            <a:ext cx="8856662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9pPr>
          </a:lstStyle>
          <a:p>
            <a:r>
              <a:rPr lang="en-GB"/>
              <a:t>Optional short description of </a:t>
            </a:r>
            <a:br>
              <a:rPr lang="en-GB"/>
            </a:br>
            <a:r>
              <a:rPr lang="en-GB"/>
              <a:t>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95361-5866-4FEF-9F0B-958865C80C88}" type="datetime1">
              <a:rPr lang="de-DE" smtClean="0"/>
              <a:t>03.09.26</a:t>
            </a:fld>
            <a:endParaRPr lang="en-GB"/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C72E5158-DD49-5499-FBFE-A16D57566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0BE17F32-D6B0-F910-E9F6-968829D7A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10632000" y="4761000"/>
            <a:ext cx="756000" cy="75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17486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half Picture WHI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AB0DA3CE-1438-CC6E-92E0-BAC3299E76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51716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0DA3CE-1438-CC6E-92E0-BAC3299E76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01841501-C7BA-52D7-E102-657F230BB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736000" y="6309000"/>
            <a:ext cx="1080000" cy="549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l">
              <a:buClr>
                <a:schemeClr val="tx2"/>
              </a:buClr>
              <a:buFont typeface="Fira Sans" panose="020B0503050000020004" pitchFamily="34" charset="0"/>
              <a:buChar char="&gt;"/>
            </a:pPr>
            <a:endParaRPr lang="de-DE" sz="1600">
              <a:solidFill>
                <a:schemeClr val="tx2"/>
              </a:solidFill>
            </a:endParaRPr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5CC9311B-B6CB-FE0C-EC7B-B293F448B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72262" y="0"/>
            <a:ext cx="5519737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4" name="Bildkontrast">
            <a:extLst>
              <a:ext uri="{FF2B5EF4-FFF2-40B4-BE49-F238E27FC236}">
                <a16:creationId xmlns:a16="http://schemas.microsoft.com/office/drawing/2014/main" id="{85E3E958-EF24-1192-DF23-C5B3CBB04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2262" y="3717000"/>
            <a:ext cx="5519737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988" y="693000"/>
            <a:ext cx="5759450" cy="1872000"/>
          </a:xfrm>
        </p:spPr>
        <p:txBody>
          <a:bodyPr vert="horz" anchor="b"/>
          <a:lstStyle>
            <a:lvl1pPr>
              <a:lnSpc>
                <a:spcPct val="85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gray">
          <a:xfrm>
            <a:off x="407988" y="2564912"/>
            <a:ext cx="5759450" cy="1944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9pPr>
          </a:lstStyle>
          <a:p>
            <a:r>
              <a:rPr lang="en-GB"/>
              <a:t>Optional short description of 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680000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20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67EB597F-EBBA-05B9-AE59-487919E8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6888000" y="6453000"/>
            <a:ext cx="720000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BE4407-E0A1-45B0-B212-9B1528F03BDB}" type="datetime1">
              <a:rPr lang="de-DE" smtClean="0"/>
              <a:t>03.09.26</a:t>
            </a:fld>
            <a:endParaRPr lang="en-GB"/>
          </a:p>
        </p:txBody>
      </p:sp>
      <p:pic>
        <p:nvPicPr>
          <p:cNvPr id="13" name="Pill_small">
            <a:extLst>
              <a:ext uri="{FF2B5EF4-FFF2-40B4-BE49-F238E27FC236}">
                <a16:creationId xmlns:a16="http://schemas.microsoft.com/office/drawing/2014/main" id="{3CCED57A-1EA4-B4F0-C567-5A3A8AFE5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6154406" y="6475629"/>
            <a:ext cx="216000" cy="98743"/>
          </a:xfrm>
          <a:prstGeom prst="rect">
            <a:avLst/>
          </a:prstGeom>
        </p:spPr>
      </p:pic>
      <p:sp>
        <p:nvSpPr>
          <p:cNvPr id="14" name="Arrow">
            <a:extLst>
              <a:ext uri="{FF2B5EF4-FFF2-40B4-BE49-F238E27FC236}">
                <a16:creationId xmlns:a16="http://schemas.microsoft.com/office/drawing/2014/main" id="{648F5294-342F-CA40-080A-A8D3B1372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7"/>
          </p:nvPr>
        </p:nvSpPr>
        <p:spPr bwMode="gray">
          <a:xfrm>
            <a:off x="4944000" y="4869000"/>
            <a:ext cx="1224000" cy="1224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Pill_small_TextPH">
            <a:extLst>
              <a:ext uri="{FF2B5EF4-FFF2-40B4-BE49-F238E27FC236}">
                <a16:creationId xmlns:a16="http://schemas.microsoft.com/office/drawing/2014/main" id="{9DA40878-F5FF-B719-9BF7-C451E55AB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61015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616">
          <p15:clr>
            <a:srgbClr val="F26B43"/>
          </p15:clr>
        </p15:guide>
        <p15:guide id="6" pos="3885">
          <p15:clr>
            <a:srgbClr val="F26B43"/>
          </p15:clr>
        </p15:guide>
        <p15:guide id="8" pos="4203">
          <p15:clr>
            <a:srgbClr val="F26B43"/>
          </p15:clr>
        </p15:guide>
        <p15:guide id="9" pos="257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half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6280B20-CA0F-5C3C-4EAB-EB7D755B9F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9859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80B20-CA0F-5C3C-4EAB-EB7D755B9F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Verlauf">
            <a:extLst>
              <a:ext uri="{FF2B5EF4-FFF2-40B4-BE49-F238E27FC236}">
                <a16:creationId xmlns:a16="http://schemas.microsoft.com/office/drawing/2014/main" id="{3300AACF-0D35-1B88-AC4F-A1B0BB8F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716998EF-CD2E-E8D7-4A07-69B504815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72263" y="0"/>
            <a:ext cx="5519737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4" name="Bildkontrast">
            <a:extLst>
              <a:ext uri="{FF2B5EF4-FFF2-40B4-BE49-F238E27FC236}">
                <a16:creationId xmlns:a16="http://schemas.microsoft.com/office/drawing/2014/main" id="{A9041A99-01BE-D2BD-943C-8D4A7ED86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2262" y="3717000"/>
            <a:ext cx="5519737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23428761-EC80-70E2-D1D7-90ECA56DC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988" y="693000"/>
            <a:ext cx="5759450" cy="1872000"/>
          </a:xfrm>
        </p:spPr>
        <p:txBody>
          <a:bodyPr vert="horz" anchor="b"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83129EB0-3C89-AD69-6E13-431184196F4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07988" y="2564912"/>
            <a:ext cx="5760751" cy="1944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9pPr>
          </a:lstStyle>
          <a:p>
            <a:r>
              <a:rPr lang="en-GB"/>
              <a:t>Optional short description of 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680000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20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Arrow">
            <a:extLst>
              <a:ext uri="{FF2B5EF4-FFF2-40B4-BE49-F238E27FC236}">
                <a16:creationId xmlns:a16="http://schemas.microsoft.com/office/drawing/2014/main" id="{7A197F93-C74A-7E15-7A87-A3BF743DD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7"/>
          </p:nvPr>
        </p:nvSpPr>
        <p:spPr bwMode="gray">
          <a:xfrm>
            <a:off x="4944000" y="4869000"/>
            <a:ext cx="1224000" cy="1224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4BAFBB94-A8F3-114E-22EA-CF0F512A237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6888000" y="6453000"/>
            <a:ext cx="720000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67C83B-BB58-4B0D-8A5D-BE87C0D056F1}" type="datetime1">
              <a:rPr lang="de-DE" smtClean="0"/>
              <a:t>03.09.26</a:t>
            </a:fld>
            <a:endParaRPr lang="en-GB"/>
          </a:p>
        </p:txBody>
      </p:sp>
      <p:sp>
        <p:nvSpPr>
          <p:cNvPr id="15" name="Pill_small_TextPH">
            <a:extLst>
              <a:ext uri="{FF2B5EF4-FFF2-40B4-BE49-F238E27FC236}">
                <a16:creationId xmlns:a16="http://schemas.microsoft.com/office/drawing/2014/main" id="{DA30F08B-093E-B39F-4AA8-B9A2F8A51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07819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616">
          <p15:clr>
            <a:srgbClr val="F26B43"/>
          </p15:clr>
        </p15:guide>
        <p15:guide id="6" pos="3885">
          <p15:clr>
            <a:srgbClr val="F26B43"/>
          </p15:clr>
        </p15:guide>
        <p15:guide id="8" pos="4203">
          <p15:clr>
            <a:srgbClr val="F26B43"/>
          </p15:clr>
        </p15:guide>
        <p15:guide id="9" pos="257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>
            <a:extLst>
              <a:ext uri="{FF2B5EF4-FFF2-40B4-BE49-F238E27FC236}">
                <a16:creationId xmlns:a16="http://schemas.microsoft.com/office/drawing/2014/main" id="{08730F2D-3D5A-B4FB-D0CB-CF57880E34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2186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>
                        <a:extLst>
                          <a:ext uri="{FF2B5EF4-FFF2-40B4-BE49-F238E27FC236}">
                            <a16:creationId xmlns:a16="http://schemas.microsoft.com/office/drawing/2014/main" id="{08730F2D-3D5A-B4FB-D0CB-CF57880E34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020130F-1555-7891-3505-25DECEC0A55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4B4AD4E-68CE-D4C7-ED38-CC183EBA28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4C3B36C-6022-7BD7-0AC1-FFEA36DFD5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adSCAILE HackAIthon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773D0B3-0E64-FB65-99E1-555E9CC07F7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671CFA5-DC46-440C-8BC5-C90150739FC8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1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323" userDrawn="1">
          <p15:clr>
            <a:srgbClr val="F26B43"/>
          </p15:clr>
        </p15:guide>
        <p15:guide id="5" orient="horz" pos="3883">
          <p15:clr>
            <a:srgbClr val="F26B43"/>
          </p15:clr>
        </p15:guide>
        <p15:guide id="6" pos="257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>
            <a:extLst>
              <a:ext uri="{FF2B5EF4-FFF2-40B4-BE49-F238E27FC236}">
                <a16:creationId xmlns:a16="http://schemas.microsoft.com/office/drawing/2014/main" id="{230C2AFB-781E-6B4E-F903-63933EF572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2186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think-cell data - do not delete">
                        <a:extLst>
                          <a:ext uri="{FF2B5EF4-FFF2-40B4-BE49-F238E27FC236}">
                            <a16:creationId xmlns:a16="http://schemas.microsoft.com/office/drawing/2014/main" id="{230C2AFB-781E-6B4E-F903-63933EF572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Verlauf">
            <a:extLst>
              <a:ext uri="{FF2B5EF4-FFF2-40B4-BE49-F238E27FC236}">
                <a16:creationId xmlns:a16="http://schemas.microsoft.com/office/drawing/2014/main" id="{D20B09AF-858C-FD21-E0D5-D75B184C7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ll">
            <a:extLst>
              <a:ext uri="{FF2B5EF4-FFF2-40B4-BE49-F238E27FC236}">
                <a16:creationId xmlns:a16="http://schemas.microsoft.com/office/drawing/2014/main" id="{E8186563-CFF5-9702-C257-BCE214C06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10" name="Pill">
            <a:extLst>
              <a:ext uri="{FF2B5EF4-FFF2-40B4-BE49-F238E27FC236}">
                <a16:creationId xmlns:a16="http://schemas.microsoft.com/office/drawing/2014/main" id="{58FE6AE3-A96D-3981-CE6F-E7CE0A93C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9F1461C9-A40F-F091-2E1B-93C5C9A2E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11322000" y="6414338"/>
            <a:ext cx="532705" cy="210187"/>
          </a:xfrm>
          <a:prstGeom prst="rect">
            <a:avLst/>
          </a:prstGeom>
        </p:spPr>
      </p:pic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1056000" y="1772388"/>
            <a:ext cx="10728000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1E308C-8C51-44F1-A363-417D88CEA028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997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323" userDrawn="1">
          <p15:clr>
            <a:srgbClr val="FBAE40"/>
          </p15:clr>
        </p15:guide>
        <p15:guide id="5" orient="horz" pos="3883">
          <p15:clr>
            <a:srgbClr val="F26B43"/>
          </p15:clr>
        </p15:guide>
        <p15:guide id="6" pos="257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>
            <a:extLst>
              <a:ext uri="{FF2B5EF4-FFF2-40B4-BE49-F238E27FC236}">
                <a16:creationId xmlns:a16="http://schemas.microsoft.com/office/drawing/2014/main" id="{E3202E16-9881-E6EE-C500-8C6F4F6538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9732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think-cell data - do not delete">
                        <a:extLst>
                          <a:ext uri="{FF2B5EF4-FFF2-40B4-BE49-F238E27FC236}">
                            <a16:creationId xmlns:a16="http://schemas.microsoft.com/office/drawing/2014/main" id="{E3202E16-9881-E6EE-C500-8C6F4F6538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1056000" y="1772388"/>
            <a:ext cx="5112000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B7C474F-72E1-4ADA-9EA2-1BEC30461D7E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6671537" y="1772388"/>
            <a:ext cx="5112000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BEE0AF6E-C3DC-4844-ADB6-42158D157046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97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85">
          <p15:clr>
            <a:srgbClr val="F26B43"/>
          </p15:clr>
        </p15:guide>
        <p15:guide id="2" pos="4203">
          <p15:clr>
            <a:srgbClr val="F26B43"/>
          </p15:clr>
        </p15:guide>
        <p15:guide id="3" pos="7423">
          <p15:clr>
            <a:srgbClr val="F26B43"/>
          </p15:clr>
        </p15:guide>
        <p15:guide id="4" pos="665">
          <p15:clr>
            <a:srgbClr val="F26B43"/>
          </p15:clr>
        </p15:guide>
        <p15:guide id="5" orient="horz" pos="1117">
          <p15:clr>
            <a:srgbClr val="F26B43"/>
          </p15:clr>
        </p15:guide>
        <p15:guide id="6" orient="horz" pos="3883">
          <p15:clr>
            <a:srgbClr val="F26B43"/>
          </p15:clr>
        </p15:guide>
        <p15:guide id="7" orient="horz" pos="323" userDrawn="1">
          <p15:clr>
            <a:srgbClr val="F26B43"/>
          </p15:clr>
        </p15:guide>
        <p15:guide id="8" pos="257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erlauf">
            <a:extLst>
              <a:ext uri="{FF2B5EF4-FFF2-40B4-BE49-F238E27FC236}">
                <a16:creationId xmlns:a16="http://schemas.microsoft.com/office/drawing/2014/main" id="{D20B09AF-858C-FD21-E0D5-D75B184C7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ll">
            <a:extLst>
              <a:ext uri="{FF2B5EF4-FFF2-40B4-BE49-F238E27FC236}">
                <a16:creationId xmlns:a16="http://schemas.microsoft.com/office/drawing/2014/main" id="{A9D7CC25-D12B-1CC8-92EB-4C9762F1C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11" name="Pill">
            <a:extLst>
              <a:ext uri="{FF2B5EF4-FFF2-40B4-BE49-F238E27FC236}">
                <a16:creationId xmlns:a16="http://schemas.microsoft.com/office/drawing/2014/main" id="{077CF138-59BF-F35A-28FA-6953C5392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9F1461C9-A40F-F091-2E1B-93C5C9A2E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11322000" y="6414338"/>
            <a:ext cx="532705" cy="210187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FCC616E-855D-C4EB-CB12-950FCFD0E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8477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6" imgW="306" imgH="306" progId="TCLayout.ActiveDocument.1">
                  <p:embed/>
                </p:oleObj>
              </mc:Choice>
              <mc:Fallback>
                <p:oleObj name="think-cell Folie" r:id="rId6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CC616E-855D-C4EB-CB12-950FCFD0E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1056000" y="1772388"/>
            <a:ext cx="5112000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6052737-1435-4281-AE1C-B15A0438765C}" type="datetime1">
              <a:rPr lang="de-DE" smtClean="0"/>
              <a:t>03.09.26</a:t>
            </a:fld>
            <a:endParaRPr lang="en-GB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22AFEC74-2BAE-AF08-AED5-8B96C5623CB0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6672632" y="1772692"/>
            <a:ext cx="5112000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537789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85">
          <p15:clr>
            <a:srgbClr val="F26B43"/>
          </p15:clr>
        </p15:guide>
        <p15:guide id="2" pos="4203">
          <p15:clr>
            <a:srgbClr val="F26B43"/>
          </p15:clr>
        </p15:guide>
        <p15:guide id="3" pos="7423">
          <p15:clr>
            <a:srgbClr val="F26B43"/>
          </p15:clr>
        </p15:guide>
        <p15:guide id="4" pos="665">
          <p15:clr>
            <a:srgbClr val="F26B43"/>
          </p15:clr>
        </p15:guide>
        <p15:guide id="6" orient="horz" pos="323" userDrawn="1">
          <p15:clr>
            <a:srgbClr val="F26B43"/>
          </p15:clr>
        </p15:guide>
        <p15:guide id="7" orient="horz" pos="1117">
          <p15:clr>
            <a:srgbClr val="F26B43"/>
          </p15:clr>
        </p15:guide>
        <p15:guide id="8" orient="horz" pos="3883">
          <p15:clr>
            <a:srgbClr val="F26B43"/>
          </p15:clr>
        </p15:guide>
        <p15:guide id="9" pos="25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CC32B6E-900C-F093-4CA6-EE27471B60D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8006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C32B6E-900C-F093-4CA6-EE27471B60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1056000" y="1772388"/>
            <a:ext cx="3240000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B7C474F-72E1-4ADA-9EA2-1BEC30461D7E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4800000" y="1772388"/>
            <a:ext cx="3240000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6281752-5285-F8BF-B903-5D95BADAE05D}"/>
              </a:ext>
            </a:extLst>
          </p:cNvPr>
          <p:cNvSpPr>
            <a:spLocks noGrp="1"/>
          </p:cNvSpPr>
          <p:nvPr>
            <p:ph idx="15" hasCustomPrompt="1"/>
          </p:nvPr>
        </p:nvSpPr>
        <p:spPr bwMode="gray">
          <a:xfrm>
            <a:off x="8543875" y="1772388"/>
            <a:ext cx="3240000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FE18D5D-C098-4F33-9D37-CDC691CE9D7A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943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65">
          <p15:clr>
            <a:srgbClr val="F26B43"/>
          </p15:clr>
        </p15:guide>
        <p15:guide id="2" pos="3024">
          <p15:clr>
            <a:srgbClr val="F26B43"/>
          </p15:clr>
        </p15:guide>
        <p15:guide id="3" pos="5065">
          <p15:clr>
            <a:srgbClr val="F26B43"/>
          </p15:clr>
        </p15:guide>
        <p15:guide id="4" pos="5382">
          <p15:clr>
            <a:srgbClr val="F26B43"/>
          </p15:clr>
        </p15:guide>
        <p15:guide id="5" pos="257">
          <p15:clr>
            <a:srgbClr val="A4A3A4"/>
          </p15:clr>
        </p15:guide>
        <p15:guide id="6" pos="7423">
          <p15:clr>
            <a:srgbClr val="F26B43"/>
          </p15:clr>
        </p15:guide>
        <p15:guide id="7" orient="horz" pos="1117">
          <p15:clr>
            <a:srgbClr val="F26B43"/>
          </p15:clr>
        </p15:guide>
        <p15:guide id="8" orient="horz" pos="323" userDrawn="1">
          <p15:clr>
            <a:srgbClr val="F26B43"/>
          </p15:clr>
        </p15:guide>
        <p15:guide id="9" orient="horz" pos="3883">
          <p15:clr>
            <a:srgbClr val="F26B43"/>
          </p15:clr>
        </p15:guide>
        <p15:guide id="10" pos="2706">
          <p15:clr>
            <a:srgbClr val="F26B43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>
            <a:extLst>
              <a:ext uri="{FF2B5EF4-FFF2-40B4-BE49-F238E27FC236}">
                <a16:creationId xmlns:a16="http://schemas.microsoft.com/office/drawing/2014/main" id="{07EB9DCC-A87F-E5F8-747D-4B3518DB8B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15643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think-cell data - do not delete">
                        <a:extLst>
                          <a:ext uri="{FF2B5EF4-FFF2-40B4-BE49-F238E27FC236}">
                            <a16:creationId xmlns:a16="http://schemas.microsoft.com/office/drawing/2014/main" id="{07EB9DCC-A87F-E5F8-747D-4B3518DB8B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Verlauf">
            <a:extLst>
              <a:ext uri="{FF2B5EF4-FFF2-40B4-BE49-F238E27FC236}">
                <a16:creationId xmlns:a16="http://schemas.microsoft.com/office/drawing/2014/main" id="{D20B09AF-858C-FD21-E0D5-D75B184C7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9F1461C9-A40F-F091-2E1B-93C5C9A2E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11322000" y="6414338"/>
            <a:ext cx="532705" cy="210187"/>
          </a:xfrm>
          <a:prstGeom prst="rect">
            <a:avLst/>
          </a:prstGeom>
        </p:spPr>
      </p:pic>
      <p:pic>
        <p:nvPicPr>
          <p:cNvPr id="15" name="Pill">
            <a:extLst>
              <a:ext uri="{FF2B5EF4-FFF2-40B4-BE49-F238E27FC236}">
                <a16:creationId xmlns:a16="http://schemas.microsoft.com/office/drawing/2014/main" id="{81E7D753-B737-CA3A-83FF-BCF0157C4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13" name="Pill">
            <a:extLst>
              <a:ext uri="{FF2B5EF4-FFF2-40B4-BE49-F238E27FC236}">
                <a16:creationId xmlns:a16="http://schemas.microsoft.com/office/drawing/2014/main" id="{16F3E94A-CFFE-84E0-3DAF-050B8F4F3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BF9348A-53B2-55D9-D553-B1D771B3D73E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1056025" y="1772816"/>
            <a:ext cx="3239775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55D3322A-38DF-0D56-6F80-66D59465B7D1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4799856" y="1772816"/>
            <a:ext cx="3239775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CB33224D-BFA5-7684-C3BF-A422E774B238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8544272" y="1772388"/>
            <a:ext cx="3239775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8F4B8A-908F-48FF-BE3B-2BA28AC1DD49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866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706">
          <p15:clr>
            <a:srgbClr val="F26B43"/>
          </p15:clr>
        </p15:guide>
        <p15:guide id="2" pos="3024">
          <p15:clr>
            <a:srgbClr val="F26B43"/>
          </p15:clr>
        </p15:guide>
        <p15:guide id="3" pos="5065">
          <p15:clr>
            <a:srgbClr val="F26B43"/>
          </p15:clr>
        </p15:guide>
        <p15:guide id="4" pos="5382">
          <p15:clr>
            <a:srgbClr val="F26B43"/>
          </p15:clr>
        </p15:guide>
        <p15:guide id="5" pos="7423">
          <p15:clr>
            <a:srgbClr val="F26B43"/>
          </p15:clr>
        </p15:guide>
        <p15:guide id="6" pos="665">
          <p15:clr>
            <a:srgbClr val="F26B43"/>
          </p15:clr>
        </p15:guide>
        <p15:guide id="7" pos="257">
          <p15:clr>
            <a:srgbClr val="A4A3A4"/>
          </p15:clr>
        </p15:guide>
        <p15:guide id="8" orient="horz" pos="1117">
          <p15:clr>
            <a:srgbClr val="F26B43"/>
          </p15:clr>
        </p15:guide>
        <p15:guide id="9" orient="horz" pos="3883">
          <p15:clr>
            <a:srgbClr val="F26B43"/>
          </p15:clr>
        </p15:guide>
        <p15:guide id="10" orient="horz" pos="323" userDrawn="1">
          <p15:clr>
            <a:srgbClr val="F26B43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9EAE858-7D83-1246-D5F5-645F93DD8F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24112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EAE858-7D83-1246-D5F5-645F93DD8F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1055689" y="512676"/>
            <a:ext cx="5111750" cy="1080000"/>
          </a:xfrm>
        </p:spPr>
        <p:txBody>
          <a:bodyPr vert="horz"/>
          <a:lstStyle>
            <a:lvl1pPr>
              <a:tabLst>
                <a:tab pos="981075" algn="l"/>
              </a:tabLst>
              <a:defRPr sz="3400"/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1056001" y="1772388"/>
            <a:ext cx="5111437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9" name="Bildplatzhalter 3">
            <a:extLst>
              <a:ext uri="{FF2B5EF4-FFF2-40B4-BE49-F238E27FC236}">
                <a16:creationId xmlns:a16="http://schemas.microsoft.com/office/drawing/2014/main" id="{8C1DE1A5-B04A-ED93-AB14-36D90A894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72262" y="0"/>
            <a:ext cx="5519737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2" name="Bildkontrast">
            <a:extLst>
              <a:ext uri="{FF2B5EF4-FFF2-40B4-BE49-F238E27FC236}">
                <a16:creationId xmlns:a16="http://schemas.microsoft.com/office/drawing/2014/main" id="{DF82BC46-76C1-F13C-BA0F-B54D6BD47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2262" y="3717000"/>
            <a:ext cx="5519737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8CE09315-8CA6-25EE-10AD-C862A986A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20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752976" cy="144000"/>
          </a:xfrm>
        </p:spPr>
        <p:txBody>
          <a:bodyPr/>
          <a:lstStyle/>
          <a:p>
            <a:r>
              <a:rPr lang="en-GB"/>
              <a:t>adSCAILE HackAIthon</a:t>
            </a: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0A95584F-82B1-B519-4C34-3052DEDA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6888000" y="6453000"/>
            <a:ext cx="720000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103DDD0-6769-482C-B9D4-C5AC04A94B41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548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203">
          <p15:clr>
            <a:srgbClr val="F26B43"/>
          </p15:clr>
        </p15:guide>
        <p15:guide id="4" pos="3885">
          <p15:clr>
            <a:srgbClr val="F26B43"/>
          </p15:clr>
        </p15:guide>
        <p15:guide id="5" pos="665">
          <p15:clr>
            <a:srgbClr val="F26B43"/>
          </p15:clr>
        </p15:guide>
        <p15:guide id="6" pos="257">
          <p15:clr>
            <a:srgbClr val="A4A3A4"/>
          </p15:clr>
        </p15:guide>
        <p15:guide id="7" orient="horz" pos="323" userDrawn="1">
          <p15:clr>
            <a:srgbClr val="F26B43"/>
          </p15:clr>
        </p15:guide>
        <p15:guide id="8" orient="horz" pos="1117">
          <p15:clr>
            <a:srgbClr val="F26B43"/>
          </p15:clr>
        </p15:guide>
        <p15:guide id="9" orient="horz" pos="3883">
          <p15:clr>
            <a:srgbClr val="F26B43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>
            <a:extLst>
              <a:ext uri="{FF2B5EF4-FFF2-40B4-BE49-F238E27FC236}">
                <a16:creationId xmlns:a16="http://schemas.microsoft.com/office/drawing/2014/main" id="{7B499CE7-FD2B-27EA-F467-D09D7287B0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98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think-cell data - do not delete">
                        <a:extLst>
                          <a:ext uri="{FF2B5EF4-FFF2-40B4-BE49-F238E27FC236}">
                            <a16:creationId xmlns:a16="http://schemas.microsoft.com/office/drawing/2014/main" id="{7B499CE7-FD2B-27EA-F467-D09D7287B0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Verlauf">
            <a:extLst>
              <a:ext uri="{FF2B5EF4-FFF2-40B4-BE49-F238E27FC236}">
                <a16:creationId xmlns:a16="http://schemas.microsoft.com/office/drawing/2014/main" id="{5066E457-A55B-A414-2582-D3B3C9977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ll">
            <a:extLst>
              <a:ext uri="{FF2B5EF4-FFF2-40B4-BE49-F238E27FC236}">
                <a16:creationId xmlns:a16="http://schemas.microsoft.com/office/drawing/2014/main" id="{62D33F38-F373-2BC2-BF2E-F352055CD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9" name="Pill">
            <a:extLst>
              <a:ext uri="{FF2B5EF4-FFF2-40B4-BE49-F238E27FC236}">
                <a16:creationId xmlns:a16="http://schemas.microsoft.com/office/drawing/2014/main" id="{A8DABEAB-EF89-8EF5-5E32-0F3EE1558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1055689" y="512796"/>
            <a:ext cx="5111750" cy="1080000"/>
          </a:xfrm>
        </p:spPr>
        <p:txBody>
          <a:bodyPr vert="horz"/>
          <a:lstStyle>
            <a:lvl1pPr>
              <a:tabLst>
                <a:tab pos="1973263" algn="l"/>
              </a:tabLst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1056001" y="1772388"/>
            <a:ext cx="5111454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7DC2D9A4-1CC4-B1B6-FEB6-6A8464791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72262" y="0"/>
            <a:ext cx="5519737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13" name="Bildkontrast">
            <a:extLst>
              <a:ext uri="{FF2B5EF4-FFF2-40B4-BE49-F238E27FC236}">
                <a16:creationId xmlns:a16="http://schemas.microsoft.com/office/drawing/2014/main" id="{55763AF0-5E30-A5B1-66E8-7423EFD6E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2262" y="3717000"/>
            <a:ext cx="5519737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8CE09315-8CA6-25EE-10AD-C862A986A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20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752976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0A95584F-82B1-B519-4C34-3052DEDA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6888000" y="6453000"/>
            <a:ext cx="720000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47375F-AF85-48C1-85CF-5C999F965546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779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3885">
          <p15:clr>
            <a:srgbClr val="F26B43"/>
          </p15:clr>
        </p15:guide>
        <p15:guide id="5" pos="4203">
          <p15:clr>
            <a:srgbClr val="F26B43"/>
          </p15:clr>
        </p15:guide>
        <p15:guide id="6" pos="665">
          <p15:clr>
            <a:srgbClr val="F26B43"/>
          </p15:clr>
        </p15:guide>
        <p15:guide id="7" pos="257">
          <p15:clr>
            <a:srgbClr val="A4A3A4"/>
          </p15:clr>
        </p15:guide>
        <p15:guide id="8" orient="horz" pos="323" userDrawn="1">
          <p15:clr>
            <a:srgbClr val="F26B43"/>
          </p15:clr>
        </p15:guide>
        <p15:guide id="9" orient="horz" pos="1117">
          <p15:clr>
            <a:srgbClr val="F26B43"/>
          </p15:clr>
        </p15:guide>
        <p15:guide id="10" orient="horz" pos="3883">
          <p15:clr>
            <a:srgbClr val="F26B43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FBDD7BE-F636-39CC-30B8-30054345D7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9735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BDD7BE-F636-39CC-30B8-30054345D7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6E17C90-2A65-4800-B473-1881F4123FF7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13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665">
          <p15:clr>
            <a:srgbClr val="F26B43"/>
          </p15:clr>
        </p15:guide>
        <p15:guide id="3" pos="257">
          <p15:clr>
            <a:srgbClr val="A4A3A4"/>
          </p15:clr>
        </p15:guide>
        <p15:guide id="4" pos="7423">
          <p15:clr>
            <a:srgbClr val="F26B43"/>
          </p15:clr>
        </p15:guide>
        <p15:guide id="5" orient="horz" pos="1117">
          <p15:clr>
            <a:srgbClr val="F26B43"/>
          </p15:clr>
        </p15:guide>
        <p15:guide id="6" orient="horz" pos="3883">
          <p15:clr>
            <a:srgbClr val="F26B43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DC3066B1-77F4-F1FD-CE8E-7FCDC086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2661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3066B1-77F4-F1FD-CE8E-7FCDC086392A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Verlauf">
            <a:extLst>
              <a:ext uri="{FF2B5EF4-FFF2-40B4-BE49-F238E27FC236}">
                <a16:creationId xmlns:a16="http://schemas.microsoft.com/office/drawing/2014/main" id="{D20B09AF-858C-FD21-E0D5-D75B184C7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ll">
            <a:extLst>
              <a:ext uri="{FF2B5EF4-FFF2-40B4-BE49-F238E27FC236}">
                <a16:creationId xmlns:a16="http://schemas.microsoft.com/office/drawing/2014/main" id="{1A600FCA-A019-150E-D8EC-3F5D55E86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7" name="Pill">
            <a:extLst>
              <a:ext uri="{FF2B5EF4-FFF2-40B4-BE49-F238E27FC236}">
                <a16:creationId xmlns:a16="http://schemas.microsoft.com/office/drawing/2014/main" id="{F73F360A-1697-9F18-4A08-4AB1920B3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9F1461C9-A40F-F091-2E1B-93C5C9A2E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11322000" y="6414338"/>
            <a:ext cx="532705" cy="210187"/>
          </a:xfrm>
          <a:prstGeom prst="rect">
            <a:avLst/>
          </a:prstGeom>
        </p:spPr>
      </p:pic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034241-FA21-402B-8FFA-DBC166D48142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33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7423">
          <p15:clr>
            <a:srgbClr val="F26B43"/>
          </p15:clr>
        </p15:guide>
        <p15:guide id="3" pos="665">
          <p15:clr>
            <a:srgbClr val="F26B43"/>
          </p15:clr>
        </p15:guide>
        <p15:guide id="4" pos="257">
          <p15:clr>
            <a:srgbClr val="A4A3A4"/>
          </p15:clr>
        </p15:guide>
        <p15:guide id="5" orient="horz" pos="1117">
          <p15:clr>
            <a:srgbClr val="F26B43"/>
          </p15:clr>
        </p15:guide>
        <p15:guide id="6" orient="horz" pos="3883">
          <p15:clr>
            <a:srgbClr val="F26B43"/>
          </p15:clr>
        </p15:guide>
        <p15:guide id="7" orient="horz" pos="323" userDrawn="1">
          <p15:clr>
            <a:srgbClr val="F26B43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72FBFCFB-A9AA-A84A-7D9C-B31CA5FCDC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02081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FBFCFB-A9AA-A84A-7D9C-B31CA5FCDC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8" name="Bildplatzhalter 3">
            <a:extLst>
              <a:ext uri="{FF2B5EF4-FFF2-40B4-BE49-F238E27FC236}">
                <a16:creationId xmlns:a16="http://schemas.microsoft.com/office/drawing/2014/main" id="{75BD02BA-3135-ABF6-C2CA-BDC4C15FC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12" name="Bildkontrast">
            <a:extLst>
              <a:ext uri="{FF2B5EF4-FFF2-40B4-BE49-F238E27FC236}">
                <a16:creationId xmlns:a16="http://schemas.microsoft.com/office/drawing/2014/main" id="{E0A85DBA-4C45-C312-2E67-3B22B7C61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25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Pill_TextPH">
            <a:extLst>
              <a:ext uri="{FF2B5EF4-FFF2-40B4-BE49-F238E27FC236}">
                <a16:creationId xmlns:a16="http://schemas.microsoft.com/office/drawing/2014/main" id="{3BCA9726-4623-39C2-ACEC-2ED9D720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small_TextPH">
            <a:extLst>
              <a:ext uri="{FF2B5EF4-FFF2-40B4-BE49-F238E27FC236}">
                <a16:creationId xmlns:a16="http://schemas.microsoft.com/office/drawing/2014/main" id="{0850F0EC-87EA-53D9-7DD0-6C5A4C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22EE31-1ADF-E57C-A107-DD1EBCE51A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GB"/>
              <a:t>Add a maximum two-line title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818E0518-32F6-7903-1F76-43480DB649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5650" y="1773975"/>
            <a:ext cx="7920000" cy="4391025"/>
          </a:xfrm>
        </p:spPr>
        <p:txBody>
          <a:bodyPr anchor="ctr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Add a sentence or quote.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E93E326-B154-4ED2-B8E4-ABA711834FBD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96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654">
          <p15:clr>
            <a:srgbClr val="F26B43"/>
          </p15:clr>
        </p15:guide>
        <p15:guide id="2" orient="horz" pos="1117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665">
          <p15:clr>
            <a:srgbClr val="F26B43"/>
          </p15:clr>
        </p15:guide>
        <p15:guide id="5" orient="horz" pos="323" userDrawn="1">
          <p15:clr>
            <a:srgbClr val="F26B43"/>
          </p15:clr>
        </p15:guide>
        <p15:guide id="6" pos="7423">
          <p15:clr>
            <a:srgbClr val="A4A3A4"/>
          </p15:clr>
        </p15:guide>
        <p15:guide id="7" pos="257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7D7FBAF0-31B3-3178-3418-830251BBF1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05358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7FBAF0-31B3-3178-3418-830251BBF1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2" name="Bildplatzhalter 9">
            <a:extLst>
              <a:ext uri="{FF2B5EF4-FFF2-40B4-BE49-F238E27FC236}">
                <a16:creationId xmlns:a16="http://schemas.microsoft.com/office/drawing/2014/main" id="{E351952E-1586-EFD7-6DF7-9AFD1741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/>
              <a:t>Add  Picture</a:t>
            </a:r>
          </a:p>
          <a:p>
            <a:pPr lvl="8"/>
            <a:endParaRPr lang="en-GB"/>
          </a:p>
        </p:txBody>
      </p:sp>
      <p:sp>
        <p:nvSpPr>
          <p:cNvPr id="13" name="Bildkontrast">
            <a:extLst>
              <a:ext uri="{FF2B5EF4-FFF2-40B4-BE49-F238E27FC236}">
                <a16:creationId xmlns:a16="http://schemas.microsoft.com/office/drawing/2014/main" id="{6C5587DE-1BB4-FEC4-51C5-6BCDD26BA0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3717000"/>
            <a:ext cx="12192000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small_TextPH">
            <a:extLst>
              <a:ext uri="{FF2B5EF4-FFF2-40B4-BE49-F238E27FC236}">
                <a16:creationId xmlns:a16="http://schemas.microsoft.com/office/drawing/2014/main" id="{CAB8B82F-418E-0DA5-6388-1514CF995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Pill_TextPH">
            <a:extLst>
              <a:ext uri="{FF2B5EF4-FFF2-40B4-BE49-F238E27FC236}">
                <a16:creationId xmlns:a16="http://schemas.microsoft.com/office/drawing/2014/main" id="{78945607-C7CC-6448-E3FB-442C0A19F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22EE31-1ADF-E57C-A107-DD1EBCE51A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C7557111-B1A9-101D-9318-C0C8B99CA2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5650" y="1773975"/>
            <a:ext cx="7920000" cy="4391025"/>
          </a:xfrm>
        </p:spPr>
        <p:txBody>
          <a:bodyPr anchor="ctr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Add a sentence or quote.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A1E956-C29A-4C23-8BFD-1DDF48595091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334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654">
          <p15:clr>
            <a:srgbClr val="F26B43"/>
          </p15:clr>
        </p15:guide>
        <p15:guide id="2" pos="665">
          <p15:clr>
            <a:srgbClr val="F26B43"/>
          </p15:clr>
        </p15:guide>
        <p15:guide id="3" pos="257">
          <p15:clr>
            <a:srgbClr val="A4A3A4"/>
          </p15:clr>
        </p15:guide>
        <p15:guide id="4" pos="7423">
          <p15:clr>
            <a:srgbClr val="A4A3A4"/>
          </p15:clr>
        </p15:guide>
        <p15:guide id="5" orient="horz" pos="1117">
          <p15:clr>
            <a:srgbClr val="F26B43"/>
          </p15:clr>
        </p15:guide>
        <p15:guide id="6" orient="horz" pos="3883">
          <p15:clr>
            <a:srgbClr val="F26B43"/>
          </p15:clr>
        </p15:guide>
        <p15:guide id="7" orient="horz" pos="323" userDrawn="1">
          <p15:clr>
            <a:srgbClr val="F26B43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card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E8FF6DB8-1B48-300B-FAA1-7D566E0A1F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5737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FF6DB8-1B48-300B-FAA1-7D566E0A1F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3" name="Bildplatzhalter 3">
            <a:extLst>
              <a:ext uri="{FF2B5EF4-FFF2-40B4-BE49-F238E27FC236}">
                <a16:creationId xmlns:a16="http://schemas.microsoft.com/office/drawing/2014/main" id="{1C2388F7-C332-2E8F-20A9-9D4FE63ED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7" name="Bildkontrast">
            <a:extLst>
              <a:ext uri="{FF2B5EF4-FFF2-40B4-BE49-F238E27FC236}">
                <a16:creationId xmlns:a16="http://schemas.microsoft.com/office/drawing/2014/main" id="{AE30FB6A-A54C-85E6-CCAA-86F1BB44E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small_TextPH">
            <a:extLst>
              <a:ext uri="{FF2B5EF4-FFF2-40B4-BE49-F238E27FC236}">
                <a16:creationId xmlns:a16="http://schemas.microsoft.com/office/drawing/2014/main" id="{020D6E7B-4B01-8327-B4BB-840F2198B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Pill_TextPH">
            <a:extLst>
              <a:ext uri="{FF2B5EF4-FFF2-40B4-BE49-F238E27FC236}">
                <a16:creationId xmlns:a16="http://schemas.microsoft.com/office/drawing/2014/main" id="{B4F86BE9-F3A2-2AC9-D486-8317E6831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22EE31-1ADF-E57C-A107-DD1EBCE51A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12" name="Inhaltsplatzhalter 15">
            <a:extLst>
              <a:ext uri="{FF2B5EF4-FFF2-40B4-BE49-F238E27FC236}">
                <a16:creationId xmlns:a16="http://schemas.microsoft.com/office/drawing/2014/main" id="{72745784-6FC3-9DBD-BFD8-44C14446FBF0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320000" y="1773000"/>
            <a:ext cx="4032000" cy="4392000"/>
          </a:xfrm>
          <a:prstGeom prst="roundRect">
            <a:avLst>
              <a:gd name="adj" fmla="val 2835"/>
            </a:avLst>
          </a:prstGeom>
          <a:solidFill>
            <a:schemeClr val="tx2"/>
          </a:solidFill>
        </p:spPr>
        <p:txBody>
          <a:bodyPr lIns="216000" tIns="216000" rIns="216000"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6ECF2A-CF87-4F94-93EF-0AFEC4FFF7A5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790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151">
          <p15:clr>
            <a:srgbClr val="F26B43"/>
          </p15:clr>
        </p15:guide>
        <p15:guide id="2" pos="665">
          <p15:clr>
            <a:srgbClr val="F26B43"/>
          </p15:clr>
        </p15:guide>
        <p15:guide id="3" pos="257">
          <p15:clr>
            <a:srgbClr val="A4A3A4"/>
          </p15:clr>
        </p15:guide>
        <p15:guide id="4" pos="7423">
          <p15:clr>
            <a:srgbClr val="A4A3A4"/>
          </p15:clr>
        </p15:guide>
        <p15:guide id="5" orient="horz" pos="323" userDrawn="1">
          <p15:clr>
            <a:srgbClr val="F26B43"/>
          </p15:clr>
        </p15:guide>
        <p15:guide id="6" orient="horz" pos="1117">
          <p15:clr>
            <a:srgbClr val="F26B43"/>
          </p15:clr>
        </p15:guide>
        <p15:guide id="7" orient="horz" pos="3883">
          <p15:clr>
            <a:srgbClr val="F26B43"/>
          </p15:clr>
        </p15:guide>
        <p15:guide id="8" pos="4611">
          <p15:clr>
            <a:srgbClr val="F26B43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car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B9B3D245-2CEA-9AA1-6FCF-D4FBEFA5A0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50531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9B3D245-2CEA-9AA1-6FCF-D4FBEFA5A0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3" name="Bildplatzhalter 9">
            <a:extLst>
              <a:ext uri="{FF2B5EF4-FFF2-40B4-BE49-F238E27FC236}">
                <a16:creationId xmlns:a16="http://schemas.microsoft.com/office/drawing/2014/main" id="{9C15206D-9AF7-8060-6A49-DF17333E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/>
              <a:t>Add  Picture</a:t>
            </a:r>
          </a:p>
          <a:p>
            <a:pPr lvl="8"/>
            <a:endParaRPr lang="en-GB"/>
          </a:p>
        </p:txBody>
      </p:sp>
      <p:sp>
        <p:nvSpPr>
          <p:cNvPr id="7" name="Bildkontrast">
            <a:extLst>
              <a:ext uri="{FF2B5EF4-FFF2-40B4-BE49-F238E27FC236}">
                <a16:creationId xmlns:a16="http://schemas.microsoft.com/office/drawing/2014/main" id="{2209CCB1-5813-6601-5750-4C67A945006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0" y="3717000"/>
            <a:ext cx="12192000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small_TextPH">
            <a:extLst>
              <a:ext uri="{FF2B5EF4-FFF2-40B4-BE49-F238E27FC236}">
                <a16:creationId xmlns:a16="http://schemas.microsoft.com/office/drawing/2014/main" id="{926F034F-E817-5B36-135F-E64D51D97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Pill_TextPH">
            <a:extLst>
              <a:ext uri="{FF2B5EF4-FFF2-40B4-BE49-F238E27FC236}">
                <a16:creationId xmlns:a16="http://schemas.microsoft.com/office/drawing/2014/main" id="{342DB53C-383B-5FDD-132E-21C49D902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22EE31-1ADF-E57C-A107-DD1EBCE51A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1EE43ED3-0051-9C76-C030-0F05D83AD00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320000" y="1773000"/>
            <a:ext cx="4032000" cy="4392000"/>
          </a:xfrm>
          <a:prstGeom prst="roundRect">
            <a:avLst>
              <a:gd name="adj" fmla="val 2835"/>
            </a:avLst>
          </a:prstGeom>
          <a:solidFill>
            <a:schemeClr val="bg1"/>
          </a:solidFill>
        </p:spPr>
        <p:txBody>
          <a:bodyPr lIns="216000" tIns="216000" rIns="216000"/>
          <a:lstStyle/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E8B59D-C055-44C4-91D1-0B05BEB7C965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30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151">
          <p15:clr>
            <a:srgbClr val="F26B43"/>
          </p15:clr>
        </p15:guide>
        <p15:guide id="4" pos="4611">
          <p15:clr>
            <a:srgbClr val="F26B43"/>
          </p15:clr>
        </p15:guide>
        <p15:guide id="5" pos="7423">
          <p15:clr>
            <a:srgbClr val="A4A3A4"/>
          </p15:clr>
        </p15:guide>
        <p15:guide id="6" pos="257">
          <p15:clr>
            <a:srgbClr val="A4A3A4"/>
          </p15:clr>
        </p15:guide>
        <p15:guide id="7" pos="665">
          <p15:clr>
            <a:srgbClr val="F26B43"/>
          </p15:clr>
        </p15:guide>
        <p15:guide id="8" orient="horz" pos="323" userDrawn="1">
          <p15:clr>
            <a:srgbClr val="F26B43"/>
          </p15:clr>
        </p15:guide>
        <p15:guide id="9" orient="horz" pos="1117">
          <p15:clr>
            <a:srgbClr val="F26B43"/>
          </p15:clr>
        </p15:guide>
        <p15:guide id="10" orient="horz" pos="3883">
          <p15:clr>
            <a:srgbClr val="F26B43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im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4A2E033-2A48-4869-3792-E33CD44E9C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25888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A2E033-2A48-4869-3792-E33CD44E9C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E0F43B14-2D94-B7D9-2480-0CD5082176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08000" y="621000"/>
            <a:ext cx="11376012" cy="55448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1">
                <a:solidFill>
                  <a:schemeClr val="tx2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tx2"/>
                </a:solidFill>
              </a:defRPr>
            </a:lvl2pPr>
            <a:lvl3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tx2"/>
                </a:solidFill>
              </a:defRPr>
            </a:lvl3pPr>
            <a:lvl4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tx2"/>
                </a:solidFill>
              </a:defRPr>
            </a:lvl4pPr>
            <a:lvl5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de-DE" sz="4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6pPr>
            <a:lvl7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7pPr>
            <a:lvl8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8pPr>
            <a:lvl9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Add a powerful message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C712C5-3D47-4D57-863C-58662F7E2C88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403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orient="horz" pos="3883">
          <p15:clr>
            <a:srgbClr val="F26B43"/>
          </p15:clr>
        </p15:guide>
        <p15:guide id="3" pos="257">
          <p15:clr>
            <a:srgbClr val="F26B43"/>
          </p15:clr>
        </p15:guide>
        <p15:guide id="4" pos="7423">
          <p15:clr>
            <a:srgbClr val="F26B43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im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4F3A7955-C22B-5737-58FA-E5D7B93A5AE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59513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3A7955-C22B-5737-58FA-E5D7B93A5A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afik 10">
            <a:extLst>
              <a:ext uri="{FF2B5EF4-FFF2-40B4-BE49-F238E27FC236}">
                <a16:creationId xmlns:a16="http://schemas.microsoft.com/office/drawing/2014/main" id="{4CBDEEB2-75FC-B928-E2AF-8F3F8CC263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278021E0-1341-2E63-F4B7-7F376E56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TextPH">
            <a:extLst>
              <a:ext uri="{FF2B5EF4-FFF2-40B4-BE49-F238E27FC236}">
                <a16:creationId xmlns:a16="http://schemas.microsoft.com/office/drawing/2014/main" id="{C5623078-745F-DB2B-4116-8DE5BDB2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32CD0E68-9BA8-CD6A-51AC-AE3A79583D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08000" y="621000"/>
            <a:ext cx="11376012" cy="55448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1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bg1"/>
                </a:solidFill>
              </a:defRPr>
            </a:lvl2pPr>
            <a:lvl3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bg1"/>
                </a:solidFill>
              </a:defRPr>
            </a:lvl3pPr>
            <a:lvl4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bg1"/>
                </a:solidFill>
              </a:defRPr>
            </a:lvl4pPr>
            <a:lvl5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de-DE" sz="4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6pPr>
            <a:lvl7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7pPr>
            <a:lvl8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8pPr>
            <a:lvl9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Add a powerful message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0637A9-D715-4A38-A0A1-FF3ACE2260D0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555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117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257">
          <p15:clr>
            <a:srgbClr val="F26B43"/>
          </p15:clr>
        </p15:guide>
        <p15:guide id="5" pos="7423">
          <p15:clr>
            <a:srgbClr val="F26B43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im and Picture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3BA8DB1F-6471-6952-7D09-B15FFBD56A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15332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BA8DB1F-6471-6952-7D09-B15FFBD56A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3">
            <a:extLst>
              <a:ext uri="{FF2B5EF4-FFF2-40B4-BE49-F238E27FC236}">
                <a16:creationId xmlns:a16="http://schemas.microsoft.com/office/drawing/2014/main" id="{63CBC123-F43D-EEAD-7118-63305B58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10" name="Bildkontrast">
            <a:extLst>
              <a:ext uri="{FF2B5EF4-FFF2-40B4-BE49-F238E27FC236}">
                <a16:creationId xmlns:a16="http://schemas.microsoft.com/office/drawing/2014/main" id="{F75D921E-2F6A-AA9B-D8DD-AF995FD4C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278021E0-1341-2E63-F4B7-7F376E56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TextPH">
            <a:extLst>
              <a:ext uri="{FF2B5EF4-FFF2-40B4-BE49-F238E27FC236}">
                <a16:creationId xmlns:a16="http://schemas.microsoft.com/office/drawing/2014/main" id="{C5623078-745F-DB2B-4116-8DE5BDB2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Logo">
            <a:extLst>
              <a:ext uri="{FF2B5EF4-FFF2-40B4-BE49-F238E27FC236}">
                <a16:creationId xmlns:a16="http://schemas.microsoft.com/office/drawing/2014/main" id="{E4C728A9-E5D0-E33B-F722-A7A517765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4295C1C6-C01D-8D3A-0B8E-2991E94B5E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08000" y="621000"/>
            <a:ext cx="11376012" cy="55448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1">
                <a:solidFill>
                  <a:schemeClr val="tx2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tx2"/>
                </a:solidFill>
              </a:defRPr>
            </a:lvl2pPr>
            <a:lvl3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tx2"/>
                </a:solidFill>
              </a:defRPr>
            </a:lvl3pPr>
            <a:lvl4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tx2"/>
                </a:solidFill>
              </a:defRPr>
            </a:lvl4pPr>
            <a:lvl5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de-DE" sz="4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6pPr>
            <a:lvl7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7pPr>
            <a:lvl8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8pPr>
            <a:lvl9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Add a powerful message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F0CB1C-B742-4E80-B3B5-D53DEAC3CC24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89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117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3">
          <p15:clr>
            <a:srgbClr val="F26B43"/>
          </p15:clr>
        </p15:guide>
        <p15:guide id="5" pos="257">
          <p15:clr>
            <a:srgbClr val="F26B43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im and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16059C98-A821-13CA-1AE8-F94496123A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84750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059C98-A821-13CA-1AE8-F94496123A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9">
            <a:extLst>
              <a:ext uri="{FF2B5EF4-FFF2-40B4-BE49-F238E27FC236}">
                <a16:creationId xmlns:a16="http://schemas.microsoft.com/office/drawing/2014/main" id="{20B3EFEC-5DFD-F347-007B-8612027C3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/>
              <a:t>Add  Picture</a:t>
            </a:r>
          </a:p>
          <a:p>
            <a:pPr lvl="8"/>
            <a:endParaRPr lang="en-GB"/>
          </a:p>
        </p:txBody>
      </p:sp>
      <p:sp>
        <p:nvSpPr>
          <p:cNvPr id="10" name="Bildkontrast">
            <a:extLst>
              <a:ext uri="{FF2B5EF4-FFF2-40B4-BE49-F238E27FC236}">
                <a16:creationId xmlns:a16="http://schemas.microsoft.com/office/drawing/2014/main" id="{5DD4BD8A-7FB0-3DE5-1569-DEBDA081366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0" y="3717000"/>
            <a:ext cx="12192000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278021E0-1341-2E63-F4B7-7F376E56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TextPH">
            <a:extLst>
              <a:ext uri="{FF2B5EF4-FFF2-40B4-BE49-F238E27FC236}">
                <a16:creationId xmlns:a16="http://schemas.microsoft.com/office/drawing/2014/main" id="{C5623078-745F-DB2B-4116-8DE5BDB2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82EEFDCD-E360-6A59-4D0D-A5E3B85A39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08000" y="621000"/>
            <a:ext cx="11376012" cy="55448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1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bg1"/>
                </a:solidFill>
              </a:defRPr>
            </a:lvl2pPr>
            <a:lvl3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bg1"/>
                </a:solidFill>
              </a:defRPr>
            </a:lvl3pPr>
            <a:lvl4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bg1"/>
                </a:solidFill>
              </a:defRPr>
            </a:lvl4pPr>
            <a:lvl5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de-DE" sz="4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6pPr>
            <a:lvl7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7pPr>
            <a:lvl8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8pPr>
            <a:lvl9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Add a powerful message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B4F9D8-FDB9-4A0F-A181-596F8249B584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514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117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257">
          <p15:clr>
            <a:srgbClr val="F26B43"/>
          </p15:clr>
        </p15:guide>
        <p15:guide id="5" pos="7423">
          <p15:clr>
            <a:srgbClr val="F26B43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adSCAILE HackAIthon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779630A-2B29-4253-9B23-E3B8F72B8137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43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4" orient="horz" pos="3883">
          <p15:clr>
            <a:srgbClr val="F26B43"/>
          </p15:clr>
        </p15:guide>
        <p15:guide id="5" pos="7423">
          <p15:clr>
            <a:srgbClr val="F26B43"/>
          </p15:clr>
        </p15:guide>
        <p15:guide id="6" pos="257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erlauf">
            <a:extLst>
              <a:ext uri="{FF2B5EF4-FFF2-40B4-BE49-F238E27FC236}">
                <a16:creationId xmlns:a16="http://schemas.microsoft.com/office/drawing/2014/main" id="{D20B09AF-858C-FD21-E0D5-D75B184C7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9F1461C9-A40F-F091-2E1B-93C5C9A2E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1322000" y="6414338"/>
            <a:ext cx="532705" cy="210187"/>
          </a:xfrm>
          <a:prstGeom prst="rect">
            <a:avLst/>
          </a:prstGeom>
        </p:spPr>
      </p:pic>
      <p:pic>
        <p:nvPicPr>
          <p:cNvPr id="8" name="Pill">
            <a:extLst>
              <a:ext uri="{FF2B5EF4-FFF2-40B4-BE49-F238E27FC236}">
                <a16:creationId xmlns:a16="http://schemas.microsoft.com/office/drawing/2014/main" id="{E08207D5-01ED-BC36-1620-025F76780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pic>
        <p:nvPicPr>
          <p:cNvPr id="10" name="Pill">
            <a:extLst>
              <a:ext uri="{FF2B5EF4-FFF2-40B4-BE49-F238E27FC236}">
                <a16:creationId xmlns:a16="http://schemas.microsoft.com/office/drawing/2014/main" id="{BE3E8EC2-95A7-7C41-9349-0E27C12B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FBD881-D373-4596-BC90-6C9234D07FE8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250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257">
          <p15:clr>
            <a:srgbClr val="A4A3A4"/>
          </p15:clr>
        </p15:guide>
        <p15:guide id="3" pos="665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883">
          <p15:clr>
            <a:srgbClr val="F26B43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D9556C5-8B8C-691F-27C1-C0386C45AD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94063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9556C5-8B8C-691F-27C1-C0386C45AD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Logo">
            <a:extLst>
              <a:ext uri="{FF2B5EF4-FFF2-40B4-BE49-F238E27FC236}">
                <a16:creationId xmlns:a16="http://schemas.microsoft.com/office/drawing/2014/main" id="{6E8DF580-9E85-A863-0BF3-258D45166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9945900" y="366900"/>
            <a:ext cx="1980000" cy="781224"/>
          </a:xfrm>
          <a:prstGeom prst="rect">
            <a:avLst/>
          </a:prstGeom>
        </p:spPr>
      </p:pic>
      <p:pic>
        <p:nvPicPr>
          <p:cNvPr id="8" name="Pill">
            <a:extLst>
              <a:ext uri="{FF2B5EF4-FFF2-40B4-BE49-F238E27FC236}">
                <a16:creationId xmlns:a16="http://schemas.microsoft.com/office/drawing/2014/main" id="{9D1502B7-3F24-3C3F-49CD-A47584DD3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pic>
        <p:nvPicPr>
          <p:cNvPr id="13" name="Pill">
            <a:extLst>
              <a:ext uri="{FF2B5EF4-FFF2-40B4-BE49-F238E27FC236}">
                <a16:creationId xmlns:a16="http://schemas.microsoft.com/office/drawing/2014/main" id="{13F1208E-2CF2-8CF2-7AE6-9167FBF68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sp>
        <p:nvSpPr>
          <p:cNvPr id="11" name="Titel 10">
            <a:extLst>
              <a:ext uri="{FF2B5EF4-FFF2-40B4-BE49-F238E27FC236}">
                <a16:creationId xmlns:a16="http://schemas.microsoft.com/office/drawing/2014/main" id="{CA3DB1B4-53DC-A4EA-7ADC-8B8505FE2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000" y="2421000"/>
            <a:ext cx="8424000" cy="3744000"/>
          </a:xfrm>
        </p:spPr>
        <p:txBody>
          <a:bodyPr vert="horz"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BA7697A-85F2-4C59-6F4E-C59772072E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99687" y="4797850"/>
            <a:ext cx="1584000" cy="1368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Add company name and address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824000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adSCAILE HackAIthon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E91660-8709-47CB-94D1-93019BCAF97A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48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425">
          <p15:clr>
            <a:srgbClr val="A4A3A4"/>
          </p15:clr>
        </p15:guide>
        <p15:guide id="2" orient="horz" pos="1525">
          <p15:clr>
            <a:srgbClr val="F26B43"/>
          </p15:clr>
        </p15:guide>
        <p15:guide id="7" pos="5972">
          <p15:clr>
            <a:srgbClr val="F26B43"/>
          </p15:clr>
        </p15:guide>
        <p15:guide id="9" pos="665">
          <p15:clr>
            <a:srgbClr val="F26B43"/>
          </p15:clr>
        </p15:guide>
        <p15:guide id="10" orient="horz" pos="3883">
          <p15:clr>
            <a:srgbClr val="F26B43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4FCECA0E-61E3-49AD-BF2A-F935851723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5318261"/>
              </p:ext>
            </p:extLst>
          </p:nvPr>
        </p:nvGraphicFramePr>
        <p:xfrm>
          <a:off x="1680" y="1680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4FCECA0E-61E3-49AD-BF2A-F935851723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0" y="1680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4713CB-AA68-4ADF-808A-3967EF18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5B70F-D6FC-4E1C-90E8-BB803BAEE6D7}" type="datetime1">
              <a:rPr lang="de-DE" smtClean="0"/>
              <a:t>03.09.26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555F28B-BDBF-413E-9727-643E5A1D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adSCAILE HackAIthon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71D7498-E557-403D-BF95-106392436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	</a:t>
            </a:r>
            <a:fld id="{D0900252-63E7-4240-86F3-6BA42DE0C2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614838-8B06-4CFE-ABF1-BE7BB32DD06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6969" y="1905186"/>
            <a:ext cx="11278062" cy="4420236"/>
          </a:xfrm>
        </p:spPr>
        <p:txBody>
          <a:bodyPr/>
          <a:lstStyle>
            <a:lvl2pPr marL="266692" indent="-266692">
              <a:buFont typeface="Arial" panose="020B0604020202020204" pitchFamily="34" charset="0"/>
              <a:buChar char="&gt;"/>
              <a:tabLst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5A189B6-EE6C-42FE-907F-6334716044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wrap="none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301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oleObject" Target="../embeddings/oleObject1.bin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3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40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55955A8-1D7E-8F99-DA1F-1A333B86FD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8"/>
            </p:custDataLst>
            <p:extLst>
              <p:ext uri="{D42A27DB-BD31-4B8C-83A1-F6EECF244321}">
                <p14:modId xmlns:p14="http://schemas.microsoft.com/office/powerpoint/2010/main" val="21969880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9" imgW="306" imgH="306" progId="TCLayout.ActiveDocument.1">
                  <p:embed/>
                </p:oleObj>
              </mc:Choice>
              <mc:Fallback>
                <p:oleObj name="think-cell Folie" r:id="rId39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5955A8-1D7E-8F99-DA1F-1A333B86FD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platzhalter 1">
            <a:extLst>
              <a:ext uri="{FF2B5EF4-FFF2-40B4-BE49-F238E27FC236}">
                <a16:creationId xmlns:a16="http://schemas.microsoft.com/office/drawing/2014/main" id="{42F7C704-568E-9258-6507-771D1CBCA90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055687" y="512676"/>
            <a:ext cx="10728000" cy="108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Add Slide Title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A925AB6-2AC2-A545-61BB-3D2C55D53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055687" y="6453000"/>
            <a:ext cx="496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9pPr>
          </a:lstStyle>
          <a:p>
            <a:r>
              <a:rPr lang="en-GB"/>
              <a:t>adSCAILE HackAIthon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570DD1DA-905E-8295-8AD4-DEDBD0DCA27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6492124" y="6453000"/>
            <a:ext cx="72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9pPr>
          </a:lstStyle>
          <a:p>
            <a:fld id="{41775175-FE27-4017-BB33-38D4AC7BEC5C}" type="datetime1">
              <a:rPr lang="de-DE" smtClean="0"/>
              <a:t>03.09.26</a:t>
            </a:fld>
            <a:endParaRPr lang="en-GB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93598C3B-3995-3E01-D555-DCBE2E69A4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 bwMode="gray">
          <a:xfrm>
            <a:off x="11323295" y="6414338"/>
            <a:ext cx="532705" cy="210187"/>
          </a:xfrm>
          <a:prstGeom prst="rect">
            <a:avLst/>
          </a:prstGeom>
        </p:spPr>
      </p:pic>
      <p:pic>
        <p:nvPicPr>
          <p:cNvPr id="12" name="Pill">
            <a:extLst>
              <a:ext uri="{FF2B5EF4-FFF2-40B4-BE49-F238E27FC236}">
                <a16:creationId xmlns:a16="http://schemas.microsoft.com/office/drawing/2014/main" id="{E509A8B5-7344-9FB9-348F-0CFE4DF84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13" name="Pill_small">
            <a:extLst>
              <a:ext uri="{FF2B5EF4-FFF2-40B4-BE49-F238E27FC236}">
                <a16:creationId xmlns:a16="http://schemas.microsoft.com/office/drawing/2014/main" id="{6CB99083-7A1F-1E8F-BB3B-52EEF2B82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 bwMode="gray">
          <a:xfrm>
            <a:off x="6154406" y="6475629"/>
            <a:ext cx="216000" cy="98743"/>
          </a:xfrm>
          <a:prstGeom prst="rect">
            <a:avLst/>
          </a:prstGeom>
        </p:spPr>
      </p:pic>
      <p:sp>
        <p:nvSpPr>
          <p:cNvPr id="14" name="Foliennummernplatzhalter 7">
            <a:extLst>
              <a:ext uri="{FF2B5EF4-FFF2-40B4-BE49-F238E27FC236}">
                <a16:creationId xmlns:a16="http://schemas.microsoft.com/office/drawing/2014/main" id="{B12BF23E-B765-D752-12DC-FDFBF0964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8000" y="6453000"/>
            <a:ext cx="5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9pPr>
          </a:lstStyle>
          <a:p>
            <a:fld id="{F2D4CAB8-B091-4116-BA82-0A812210E0F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250D2256-DEC5-4569-6453-E08666E9B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5999" y="1772999"/>
            <a:ext cx="10728013" cy="4391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48817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  <p:sldLayoutId id="2147483741" r:id="rId20"/>
    <p:sldLayoutId id="2147483742" r:id="rId21"/>
    <p:sldLayoutId id="2147483743" r:id="rId22"/>
    <p:sldLayoutId id="2147483744" r:id="rId23"/>
    <p:sldLayoutId id="2147483745" r:id="rId24"/>
    <p:sldLayoutId id="2147483746" r:id="rId25"/>
    <p:sldLayoutId id="2147483747" r:id="rId26"/>
    <p:sldLayoutId id="2147483748" r:id="rId27"/>
    <p:sldLayoutId id="2147483749" r:id="rId28"/>
    <p:sldLayoutId id="2147483750" r:id="rId29"/>
    <p:sldLayoutId id="2147483751" r:id="rId30"/>
    <p:sldLayoutId id="2147483752" r:id="rId31"/>
    <p:sldLayoutId id="2147483753" r:id="rId32"/>
    <p:sldLayoutId id="2147483754" r:id="rId33"/>
    <p:sldLayoutId id="2147483755" r:id="rId34"/>
    <p:sldLayoutId id="2147483760" r:id="rId35"/>
    <p:sldLayoutId id="2147483762" r:id="rId3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Font typeface="Symbol" panose="05050102010706020507" pitchFamily="18" charset="2"/>
        <a:buNone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Tx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144000" indent="-144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0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0" indent="-144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432000" indent="-144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Symbol" panose="05050102010706020507" pitchFamily="18" charset="2"/>
        <a:buChar char="-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35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tags" Target="../tags/tag38.xml"/><Relationship Id="rId7" Type="http://schemas.openxmlformats.org/officeDocument/2006/relationships/image" Target="../media/image24.sv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4.xml"/><Relationship Id="rId4" Type="http://schemas.openxmlformats.org/officeDocument/2006/relationships/tags" Target="../tags/tag3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7.svg"/><Relationship Id="rId7" Type="http://schemas.openxmlformats.org/officeDocument/2006/relationships/image" Target="../media/image8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31.svg"/><Relationship Id="rId7" Type="http://schemas.openxmlformats.org/officeDocument/2006/relationships/image" Target="../media/image14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E23F8-8129-2FE5-C90D-FF6FC8BE1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fik 23">
            <a:extLst>
              <a:ext uri="{FF2B5EF4-FFF2-40B4-BE49-F238E27FC236}">
                <a16:creationId xmlns:a16="http://schemas.microsoft.com/office/drawing/2014/main" id="{DE2E044F-7479-7BE4-979B-0DA51128ED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81" b="2796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C9303C0F-8BCE-31CE-5E73-9397DBF07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00" y="794782"/>
            <a:ext cx="8763349" cy="1266117"/>
          </a:xfrm>
        </p:spPr>
        <p:txBody>
          <a:bodyPr/>
          <a:lstStyle/>
          <a:p>
            <a:r>
              <a:rPr lang="de-DE" err="1"/>
              <a:t>adSCAILE</a:t>
            </a:r>
            <a:r>
              <a:rPr lang="de-DE"/>
              <a:t> </a:t>
            </a:r>
            <a:r>
              <a:rPr lang="de-DE" err="1"/>
              <a:t>HackAIthon</a:t>
            </a:r>
            <a:r>
              <a:rPr lang="de-DE"/>
              <a:t> </a:t>
            </a:r>
            <a:r>
              <a:rPr lang="de-DE" err="1"/>
              <a:t>reloaded</a:t>
            </a:r>
            <a:endParaRPr lang="de-DE"/>
          </a:p>
        </p:txBody>
      </p:sp>
      <p:sp>
        <p:nvSpPr>
          <p:cNvPr id="6" name="Untertitel 5">
            <a:extLst>
              <a:ext uri="{FF2B5EF4-FFF2-40B4-BE49-F238E27FC236}">
                <a16:creationId xmlns:a16="http://schemas.microsoft.com/office/drawing/2014/main" id="{E5A07A42-C99B-6A11-9D59-7B70FF048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8001" y="2204900"/>
            <a:ext cx="8280749" cy="1008200"/>
          </a:xfrm>
        </p:spPr>
        <p:txBody>
          <a:bodyPr/>
          <a:lstStyle/>
          <a:p>
            <a:r>
              <a:rPr lang="de-DE" err="1"/>
              <a:t>Agentische</a:t>
            </a:r>
            <a:r>
              <a:rPr lang="de-DE"/>
              <a:t> Software-Entwicklung bei adesso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267FFC7-1677-FB64-F00C-9D3AA307A9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E360EF3-A5F4-17F4-E37C-AA72865340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3281334-B00C-5B8D-EC50-9B39914EB3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2FE4BA3A-BF97-C358-2AC1-6AAD29E5F2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9009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A2ED7-F74E-B30B-3899-B07CAF6A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fik 22">
            <a:extLst>
              <a:ext uri="{FF2B5EF4-FFF2-40B4-BE49-F238E27FC236}">
                <a16:creationId xmlns:a16="http://schemas.microsoft.com/office/drawing/2014/main" id="{94066BBA-AB78-F42D-69DE-BD4A2955C6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641" b="321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06EB5F52-B5E1-71A1-83E4-8F5554915AD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7" name="Textplatzhalter 46">
            <a:extLst>
              <a:ext uri="{FF2B5EF4-FFF2-40B4-BE49-F238E27FC236}">
                <a16:creationId xmlns:a16="http://schemas.microsoft.com/office/drawing/2014/main" id="{D39FDB57-4DC1-9CC1-BC3B-1008D37061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B8334EDC-018D-DECA-6D75-05D576DDD2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77E8798E-A9A9-3BE3-97E5-204E3C5A7F4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4" name="Titel 33">
            <a:extLst>
              <a:ext uri="{FF2B5EF4-FFF2-40B4-BE49-F238E27FC236}">
                <a16:creationId xmlns:a16="http://schemas.microsoft.com/office/drawing/2014/main" id="{272A2859-202A-70FF-5248-2BBDF6CA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7" y="512676"/>
            <a:ext cx="10728000" cy="1080000"/>
          </a:xfr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C624DD5-F11E-ECE1-A59F-694778741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C05E911-E6B9-81A2-6224-420B6C9E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adSCAILE HackAIthon</a:t>
            </a:r>
          </a:p>
        </p:txBody>
      </p:sp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5B2DDB2-F006-C8B5-656A-F4F28FFA20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06" imgH="306" progId="TCLayout.ActiveDocument.1">
                  <p:embed/>
                </p:oleObj>
              </mc:Choice>
              <mc:Fallback>
                <p:oleObj name="think-cell Folie" r:id="rId5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B2DDB2-F006-C8B5-656A-F4F28FFA20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318CF334-812F-4376-96FF-686E5B56CA3F}"/>
              </a:ext>
            </a:extLst>
          </p:cNvPr>
          <p:cNvGrpSpPr/>
          <p:nvPr/>
        </p:nvGrpSpPr>
        <p:grpSpPr>
          <a:xfrm>
            <a:off x="1055687" y="2468211"/>
            <a:ext cx="3266821" cy="3696052"/>
            <a:chOff x="1463675" y="3430444"/>
            <a:chExt cx="3266821" cy="3696052"/>
          </a:xfrm>
        </p:grpSpPr>
        <p:sp>
          <p:nvSpPr>
            <p:cNvPr id="38" name="Rechteck: abgerundete Ecken 21">
              <a:extLst>
                <a:ext uri="{FF2B5EF4-FFF2-40B4-BE49-F238E27FC236}">
                  <a16:creationId xmlns:a16="http://schemas.microsoft.com/office/drawing/2014/main" id="{F19EB5BA-9D81-CFA3-310F-172B4AEE8669}"/>
                </a:ext>
              </a:extLst>
            </p:cNvPr>
            <p:cNvSpPr>
              <a:spLocks/>
            </p:cNvSpPr>
            <p:nvPr/>
          </p:nvSpPr>
          <p:spPr>
            <a:xfrm>
              <a:off x="1463675" y="3430444"/>
              <a:ext cx="3266821" cy="3696052"/>
            </a:xfrm>
            <a:prstGeom prst="roundRect">
              <a:avLst>
                <a:gd name="adj" fmla="val 6518"/>
              </a:avLst>
            </a:prstGeom>
            <a:blipFill dpi="0" rotWithShape="1">
              <a:blip r:embed="rId7" cstate="screen">
                <a:alphaModFix amt="75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1260000" rIns="72000" bIns="0" rtlCol="0" anchor="t" anchorCtr="0"/>
            <a:lstStyle/>
            <a:p>
              <a:pPr marL="0" indent="0" defTabSz="967710">
                <a:spcBef>
                  <a:spcPts val="0"/>
                </a:spcBef>
                <a:spcAft>
                  <a:spcPts val="600"/>
                </a:spcAft>
                <a:buNone/>
                <a:defRPr/>
              </a:pPr>
              <a:r>
                <a:rPr lang="en-US" sz="2800" b="1" err="1">
                  <a:solidFill>
                    <a:prstClr val="white"/>
                  </a:solidFill>
                  <a:latin typeface="+mj-lt"/>
                </a:rPr>
                <a:t>Einführung</a:t>
              </a:r>
              <a:endParaRPr lang="en-US" sz="2800" b="1">
                <a:solidFill>
                  <a:prstClr val="white"/>
                </a:solidFill>
                <a:latin typeface="+mj-lt"/>
              </a:endParaRPr>
            </a:p>
            <a:p>
              <a:pPr marL="0" indent="0" defTabSz="96771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2400">
                  <a:solidFill>
                    <a:prstClr val="white"/>
                  </a:solidFill>
                  <a:latin typeface="+mj-lt"/>
                </a:rPr>
                <a:t>Was </a:t>
              </a:r>
              <a:r>
                <a:rPr lang="en-US" sz="2400" err="1">
                  <a:solidFill>
                    <a:prstClr val="white"/>
                  </a:solidFill>
                  <a:latin typeface="+mj-lt"/>
                </a:rPr>
                <a:t>machen</a:t>
              </a:r>
              <a:r>
                <a:rPr lang="en-US" sz="2400">
                  <a:solidFill>
                    <a:prstClr val="white"/>
                  </a:solidFill>
                  <a:latin typeface="+mj-lt"/>
                </a:rPr>
                <a:t> </a:t>
              </a:r>
              <a:r>
                <a:rPr lang="en-US" sz="2400" err="1">
                  <a:solidFill>
                    <a:prstClr val="white"/>
                  </a:solidFill>
                  <a:latin typeface="+mj-lt"/>
                </a:rPr>
                <a:t>wir</a:t>
              </a:r>
              <a:r>
                <a:rPr lang="en-US" sz="2400">
                  <a:solidFill>
                    <a:prstClr val="white"/>
                  </a:solidFill>
                  <a:latin typeface="+mj-lt"/>
                </a:rPr>
                <a:t> </a:t>
              </a:r>
              <a:r>
                <a:rPr lang="en-US" sz="2400" err="1">
                  <a:solidFill>
                    <a:prstClr val="white"/>
                  </a:solidFill>
                  <a:latin typeface="+mj-lt"/>
                </a:rPr>
                <a:t>heute</a:t>
              </a:r>
              <a:r>
                <a:rPr lang="en-US" sz="2400">
                  <a:solidFill>
                    <a:prstClr val="white"/>
                  </a:solidFill>
                  <a:latin typeface="+mj-lt"/>
                </a:rPr>
                <a:t>?</a:t>
              </a:r>
            </a:p>
          </p:txBody>
        </p:sp>
        <p:sp>
          <p:nvSpPr>
            <p:cNvPr id="39" name="Textplatzhalter 24">
              <a:extLst>
                <a:ext uri="{FF2B5EF4-FFF2-40B4-BE49-F238E27FC236}">
                  <a16:creationId xmlns:a16="http://schemas.microsoft.com/office/drawing/2014/main" id="{7358E65C-37B4-C81D-BB51-48AA4B471951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679675" y="3673693"/>
              <a:ext cx="648000" cy="468000"/>
            </a:xfrm>
            <a:prstGeom prst="rect">
              <a:avLst/>
            </a:prstGeom>
          </p:spPr>
          <p:txBody>
            <a:bodyPr lIns="0" tIns="0" rIns="0" bIns="0" anchor="b" anchorCtr="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noProof="0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E7FECB9E-F83D-C31D-0D62-2FB1ACA00D4C}"/>
              </a:ext>
            </a:extLst>
          </p:cNvPr>
          <p:cNvGrpSpPr/>
          <p:nvPr/>
        </p:nvGrpSpPr>
        <p:grpSpPr>
          <a:xfrm>
            <a:off x="4786276" y="2468211"/>
            <a:ext cx="3266821" cy="3696052"/>
            <a:chOff x="1463675" y="3430444"/>
            <a:chExt cx="3266821" cy="3696052"/>
          </a:xfrm>
        </p:grpSpPr>
        <p:sp>
          <p:nvSpPr>
            <p:cNvPr id="41" name="Rechteck: abgerundete Ecken 21">
              <a:extLst>
                <a:ext uri="{FF2B5EF4-FFF2-40B4-BE49-F238E27FC236}">
                  <a16:creationId xmlns:a16="http://schemas.microsoft.com/office/drawing/2014/main" id="{447E4C9B-99DB-1E95-AB18-8BF7C929E434}"/>
                </a:ext>
              </a:extLst>
            </p:cNvPr>
            <p:cNvSpPr>
              <a:spLocks/>
            </p:cNvSpPr>
            <p:nvPr/>
          </p:nvSpPr>
          <p:spPr>
            <a:xfrm>
              <a:off x="1463675" y="3430444"/>
              <a:ext cx="3266821" cy="3696052"/>
            </a:xfrm>
            <a:prstGeom prst="roundRect">
              <a:avLst>
                <a:gd name="adj" fmla="val 6518"/>
              </a:avLst>
            </a:prstGeom>
            <a:blipFill dpi="0" rotWithShape="1">
              <a:blip r:embed="rId7" cstate="screen">
                <a:alphaModFix amt="75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1260000" rIns="72000" bIns="0" rtlCol="0" anchor="t"/>
            <a:lstStyle/>
            <a:p>
              <a:pPr marL="0" indent="0" defTabSz="967710">
                <a:spcBef>
                  <a:spcPts val="0"/>
                </a:spcBef>
                <a:spcAft>
                  <a:spcPts val="600"/>
                </a:spcAft>
                <a:buNone/>
                <a:defRPr/>
              </a:pPr>
              <a:r>
                <a:rPr lang="en-US" sz="2800" b="1">
                  <a:solidFill>
                    <a:prstClr val="white"/>
                  </a:solidFill>
                  <a:latin typeface="+mj-lt"/>
                </a:rPr>
                <a:t>Hack the Planet</a:t>
              </a:r>
            </a:p>
            <a:p>
              <a:pPr defTabSz="96771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>
                  <a:solidFill>
                    <a:prstClr val="white"/>
                  </a:solidFill>
                  <a:latin typeface="+mj-lt"/>
                </a:rPr>
                <a:t>Wir </a:t>
              </a:r>
              <a:r>
                <a:rPr lang="en-US" sz="2400" err="1">
                  <a:solidFill>
                    <a:prstClr val="white"/>
                  </a:solidFill>
                  <a:latin typeface="+mj-lt"/>
                </a:rPr>
                <a:t>probieren</a:t>
              </a:r>
              <a:r>
                <a:rPr lang="en-US" sz="2400">
                  <a:solidFill>
                    <a:prstClr val="white"/>
                  </a:solidFill>
                  <a:latin typeface="+mj-lt"/>
                </a:rPr>
                <a:t> </a:t>
              </a:r>
              <a:r>
                <a:rPr lang="en-US" sz="2400" err="1">
                  <a:solidFill>
                    <a:prstClr val="white"/>
                  </a:solidFill>
                  <a:latin typeface="+mj-lt"/>
                </a:rPr>
                <a:t>agentische</a:t>
              </a:r>
              <a:r>
                <a:rPr lang="en-US" sz="2400">
                  <a:solidFill>
                    <a:prstClr val="white"/>
                  </a:solidFill>
                  <a:latin typeface="+mj-lt"/>
                </a:rPr>
                <a:t> Software-</a:t>
              </a:r>
              <a:r>
                <a:rPr lang="en-US" sz="2400" err="1">
                  <a:solidFill>
                    <a:prstClr val="white"/>
                  </a:solidFill>
                  <a:latin typeface="+mj-lt"/>
                </a:rPr>
                <a:t>Entwicklung</a:t>
              </a:r>
              <a:r>
                <a:rPr lang="en-US" sz="2400">
                  <a:solidFill>
                    <a:prstClr val="white"/>
                  </a:solidFill>
                  <a:latin typeface="+mj-lt"/>
                </a:rPr>
                <a:t> </a:t>
              </a:r>
              <a:r>
                <a:rPr lang="en-US" sz="2400" err="1">
                  <a:solidFill>
                    <a:prstClr val="white"/>
                  </a:solidFill>
                  <a:latin typeface="+mj-lt"/>
                </a:rPr>
                <a:t>praktisch</a:t>
              </a:r>
              <a:r>
                <a:rPr lang="en-US" sz="2400">
                  <a:solidFill>
                    <a:prstClr val="white"/>
                  </a:solidFill>
                  <a:latin typeface="+mj-lt"/>
                </a:rPr>
                <a:t> </a:t>
              </a:r>
              <a:r>
                <a:rPr lang="en-US" sz="2400" err="1">
                  <a:solidFill>
                    <a:prstClr val="white"/>
                  </a:solidFill>
                  <a:latin typeface="+mj-lt"/>
                </a:rPr>
                <a:t>im</a:t>
              </a:r>
              <a:r>
                <a:rPr lang="en-US" sz="2400">
                  <a:solidFill>
                    <a:prstClr val="white"/>
                  </a:solidFill>
                  <a:latin typeface="+mj-lt"/>
                </a:rPr>
                <a:t> Team </a:t>
              </a:r>
              <a:r>
                <a:rPr lang="en-US" sz="2400" err="1">
                  <a:solidFill>
                    <a:prstClr val="white"/>
                  </a:solidFill>
                  <a:latin typeface="+mj-lt"/>
                </a:rPr>
                <a:t>aus.</a:t>
              </a:r>
            </a:p>
          </p:txBody>
        </p:sp>
        <p:sp>
          <p:nvSpPr>
            <p:cNvPr id="42" name="Textplatzhalter 24">
              <a:extLst>
                <a:ext uri="{FF2B5EF4-FFF2-40B4-BE49-F238E27FC236}">
                  <a16:creationId xmlns:a16="http://schemas.microsoft.com/office/drawing/2014/main" id="{57EF5E58-3D94-F1F1-3EE2-62487A751C60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679675" y="3673693"/>
              <a:ext cx="648000" cy="468000"/>
            </a:xfrm>
            <a:prstGeom prst="rect">
              <a:avLst/>
            </a:prstGeom>
          </p:spPr>
          <p:txBody>
            <a:bodyPr lIns="0" tIns="0" rIns="0" bIns="0" anchor="b" anchorCtr="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noProof="0">
                  <a:solidFill>
                    <a:schemeClr val="bg1"/>
                  </a:solidFill>
                </a:rPr>
                <a:t>02</a:t>
              </a:r>
            </a:p>
          </p:txBody>
        </p: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A87EC86E-5201-7F80-54F5-7BFDCD21210C}"/>
              </a:ext>
            </a:extLst>
          </p:cNvPr>
          <p:cNvGrpSpPr/>
          <p:nvPr/>
        </p:nvGrpSpPr>
        <p:grpSpPr>
          <a:xfrm>
            <a:off x="8516866" y="2468211"/>
            <a:ext cx="3266821" cy="3696052"/>
            <a:chOff x="1463675" y="3430444"/>
            <a:chExt cx="3266821" cy="3696052"/>
          </a:xfrm>
        </p:grpSpPr>
        <p:sp>
          <p:nvSpPr>
            <p:cNvPr id="44" name="Rechteck: abgerundete Ecken 21">
              <a:extLst>
                <a:ext uri="{FF2B5EF4-FFF2-40B4-BE49-F238E27FC236}">
                  <a16:creationId xmlns:a16="http://schemas.microsoft.com/office/drawing/2014/main" id="{8C7E89DC-94A1-AFC7-EF0A-0755D696671F}"/>
                </a:ext>
              </a:extLst>
            </p:cNvPr>
            <p:cNvSpPr>
              <a:spLocks/>
            </p:cNvSpPr>
            <p:nvPr/>
          </p:nvSpPr>
          <p:spPr>
            <a:xfrm>
              <a:off x="1463675" y="3430444"/>
              <a:ext cx="3266821" cy="3696052"/>
            </a:xfrm>
            <a:prstGeom prst="roundRect">
              <a:avLst>
                <a:gd name="adj" fmla="val 6518"/>
              </a:avLst>
            </a:prstGeom>
            <a:blipFill dpi="0" rotWithShape="1">
              <a:blip r:embed="rId7" cstate="screen">
                <a:alphaModFix amt="75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1260000" rIns="72000" bIns="0" rtlCol="0" anchor="t" anchorCtr="0"/>
            <a:lstStyle/>
            <a:p>
              <a:pPr marL="0" indent="0" defTabSz="967710">
                <a:spcBef>
                  <a:spcPts val="0"/>
                </a:spcBef>
                <a:spcAft>
                  <a:spcPts val="600"/>
                </a:spcAft>
                <a:buNone/>
                <a:defRPr/>
              </a:pPr>
              <a:r>
                <a:rPr lang="en-US" sz="2800" b="1" err="1">
                  <a:solidFill>
                    <a:prstClr val="white"/>
                  </a:solidFill>
                  <a:latin typeface="+mj-lt"/>
                </a:rPr>
                <a:t>Ergebnis-präsentation</a:t>
              </a:r>
              <a:endParaRPr lang="en-US" sz="2800" b="1">
                <a:solidFill>
                  <a:prstClr val="white"/>
                </a:solidFill>
                <a:latin typeface="+mj-lt"/>
              </a:endParaRPr>
            </a:p>
            <a:p>
              <a:pPr defTabSz="96771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err="1">
                  <a:solidFill>
                    <a:prstClr val="white"/>
                  </a:solidFill>
                  <a:latin typeface="+mj-lt"/>
                </a:rPr>
                <a:t>Jedes</a:t>
              </a:r>
              <a:r>
                <a:rPr lang="en-US" sz="2400">
                  <a:solidFill>
                    <a:prstClr val="white"/>
                  </a:solidFill>
                  <a:latin typeface="+mj-lt"/>
                </a:rPr>
                <a:t> Team </a:t>
              </a:r>
              <a:r>
                <a:rPr lang="en-US" sz="2400" err="1">
                  <a:solidFill>
                    <a:prstClr val="white"/>
                  </a:solidFill>
                  <a:latin typeface="+mj-lt"/>
                </a:rPr>
                <a:t>kann</a:t>
              </a:r>
              <a:r>
                <a:rPr lang="en-US" sz="2400">
                  <a:solidFill>
                    <a:prstClr val="white"/>
                  </a:solidFill>
                  <a:latin typeface="+mj-lt"/>
                </a:rPr>
                <a:t> seine </a:t>
              </a:r>
              <a:r>
                <a:rPr lang="en-US" sz="2400" err="1">
                  <a:solidFill>
                    <a:prstClr val="white"/>
                  </a:solidFill>
                  <a:latin typeface="+mj-lt"/>
                </a:rPr>
                <a:t>Lösung</a:t>
              </a:r>
              <a:r>
                <a:rPr lang="en-US" sz="2400">
                  <a:solidFill>
                    <a:prstClr val="white"/>
                  </a:solidFill>
                  <a:latin typeface="+mj-lt"/>
                </a:rPr>
                <a:t> </a:t>
              </a:r>
              <a:r>
                <a:rPr lang="en-US" sz="2400" err="1">
                  <a:solidFill>
                    <a:prstClr val="white"/>
                  </a:solidFill>
                  <a:latin typeface="+mj-lt"/>
                </a:rPr>
                <a:t>präsentieren</a:t>
              </a:r>
              <a:r>
                <a:rPr lang="en-US" sz="2400">
                  <a:solidFill>
                    <a:prstClr val="white"/>
                  </a:solidFill>
                  <a:latin typeface="+mj-lt"/>
                </a:rPr>
                <a:t>.</a:t>
              </a:r>
            </a:p>
          </p:txBody>
        </p:sp>
        <p:sp>
          <p:nvSpPr>
            <p:cNvPr id="45" name="Textplatzhalter 24">
              <a:extLst>
                <a:ext uri="{FF2B5EF4-FFF2-40B4-BE49-F238E27FC236}">
                  <a16:creationId xmlns:a16="http://schemas.microsoft.com/office/drawing/2014/main" id="{16C7C115-0AB3-1753-8415-DE12B522BFCE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679675" y="3673693"/>
              <a:ext cx="648000" cy="468000"/>
            </a:xfrm>
            <a:prstGeom prst="rect">
              <a:avLst/>
            </a:prstGeom>
          </p:spPr>
          <p:txBody>
            <a:bodyPr lIns="0" tIns="0" rIns="0" bIns="0" anchor="b" anchorCtr="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noProof="0">
                  <a:solidFill>
                    <a:schemeClr val="bg1"/>
                  </a:solidFill>
                </a:rPr>
                <a:t>03</a:t>
              </a:r>
            </a:p>
          </p:txBody>
        </p:sp>
      </p:grp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D9BD180-39EB-DDB3-B8D8-63449960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F317-D8A7-4547-81C9-507B78E270B8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51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CB06B-36B6-150C-03CF-07848F522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ildplatzhalter 12" descr="Ein Bild, das Blau, Farbigkeit, Electric Blue (Farbe), Wasser enthält.&#10;&#10;KI-generierte Inhalte können fehlerhaft sein.">
            <a:extLst>
              <a:ext uri="{FF2B5EF4-FFF2-40B4-BE49-F238E27FC236}">
                <a16:creationId xmlns:a16="http://schemas.microsoft.com/office/drawing/2014/main" id="{EDA07E2E-EEA5-69FA-8C38-136378BDA82C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C6AC798C-4950-ABE4-B97F-05C54E508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Einführung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1939C4C-FF45-8AF9-7040-B6E9E6474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800">
                <a:solidFill>
                  <a:prstClr val="white"/>
                </a:solidFill>
              </a:rPr>
              <a:t>Was </a:t>
            </a:r>
            <a:r>
              <a:rPr lang="en-US" sz="4800" err="1">
                <a:solidFill>
                  <a:prstClr val="white"/>
                </a:solidFill>
              </a:rPr>
              <a:t>machen</a:t>
            </a:r>
            <a:r>
              <a:rPr lang="en-US" sz="4800">
                <a:solidFill>
                  <a:prstClr val="white"/>
                </a:solidFill>
              </a:rPr>
              <a:t> </a:t>
            </a:r>
            <a:r>
              <a:rPr lang="en-US" sz="4800" err="1">
                <a:solidFill>
                  <a:prstClr val="white"/>
                </a:solidFill>
              </a:rPr>
              <a:t>wir</a:t>
            </a:r>
            <a:r>
              <a:rPr lang="en-US" sz="4800">
                <a:solidFill>
                  <a:prstClr val="white"/>
                </a:solidFill>
              </a:rPr>
              <a:t> </a:t>
            </a:r>
            <a:r>
              <a:rPr lang="en-US" sz="4800" err="1">
                <a:solidFill>
                  <a:prstClr val="white"/>
                </a:solidFill>
              </a:rPr>
              <a:t>heute</a:t>
            </a:r>
            <a:r>
              <a:rPr lang="en-US" sz="4800">
                <a:solidFill>
                  <a:prstClr val="white"/>
                </a:solidFill>
              </a:rPr>
              <a:t>?</a:t>
            </a:r>
          </a:p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66BA55-7B04-E971-523A-0DF32845B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E9C4833-1E47-5F25-FBA4-48FE8DD08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adSCAILE HackAIthon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E0DD45E-AF2C-46AD-1A16-39759CC5FE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7C70727-9782-9274-B7C0-2337CD315A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0FFBD53-ADB2-D943-B391-70D2315272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8C71A02-23D4-B1CA-A518-1C754A4E1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80EF6-BE86-4386-9DF8-12B2D83F320D}" type="datetime1">
              <a:rPr lang="de-DE" smtClean="0"/>
              <a:t>03.09.26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853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03E91-3B90-D498-6574-FE022FDAC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hteck 61">
            <a:extLst>
              <a:ext uri="{FF2B5EF4-FFF2-40B4-BE49-F238E27FC236}">
                <a16:creationId xmlns:a16="http://schemas.microsoft.com/office/drawing/2014/main" id="{C0DF2CAC-B0A5-C07D-A2AB-CDE8BF8F104D}"/>
              </a:ext>
            </a:extLst>
          </p:cNvPr>
          <p:cNvSpPr/>
          <p:nvPr/>
        </p:nvSpPr>
        <p:spPr>
          <a:xfrm>
            <a:off x="6630970" y="750644"/>
            <a:ext cx="4705151" cy="5180453"/>
          </a:xfrm>
          <a:prstGeom prst="rect">
            <a:avLst/>
          </a:prstGeom>
          <a:solidFill>
            <a:schemeClr val="accent2">
              <a:alpha val="2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de-DE" i="1">
              <a:solidFill>
                <a:schemeClr val="bg1"/>
              </a:solidFill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E1FD4169-0297-5E3B-AEA5-E34C96D0B9A6}"/>
              </a:ext>
            </a:extLst>
          </p:cNvPr>
          <p:cNvSpPr/>
          <p:nvPr/>
        </p:nvSpPr>
        <p:spPr>
          <a:xfrm>
            <a:off x="1892630" y="730591"/>
            <a:ext cx="4715770" cy="5193056"/>
          </a:xfrm>
          <a:prstGeom prst="rect">
            <a:avLst/>
          </a:prstGeom>
          <a:solidFill>
            <a:srgbClr val="F566BA">
              <a:alpha val="19539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152B01F6-8981-EDE0-D04C-DDA7DE2FC3EA}"/>
              </a:ext>
            </a:extLst>
          </p:cNvPr>
          <p:cNvSpPr/>
          <p:nvPr/>
        </p:nvSpPr>
        <p:spPr>
          <a:xfrm>
            <a:off x="6630971" y="730829"/>
            <a:ext cx="4705151" cy="805727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b="1">
                <a:solidFill>
                  <a:schemeClr val="bg1"/>
                </a:solidFill>
              </a:rPr>
              <a:t>(hoch-)</a:t>
            </a:r>
            <a:r>
              <a:rPr lang="de-DE" b="1" err="1">
                <a:solidFill>
                  <a:schemeClr val="bg1"/>
                </a:solidFill>
              </a:rPr>
              <a:t>agentische</a:t>
            </a:r>
            <a:r>
              <a:rPr lang="de-DE" b="1">
                <a:solidFill>
                  <a:schemeClr val="bg1"/>
                </a:solidFill>
              </a:rPr>
              <a:t> Softwareentwicklung</a:t>
            </a:r>
          </a:p>
          <a:p>
            <a:pPr algn="ctr">
              <a:buClr>
                <a:schemeClr val="bg1"/>
              </a:buClr>
            </a:pPr>
            <a:r>
              <a:rPr lang="de-DE" b="1">
                <a:solidFill>
                  <a:schemeClr val="bg1"/>
                </a:solidFill>
              </a:rPr>
              <a:t>SCAILE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2AA6622F-5534-A372-17F8-C2CA4CA82107}"/>
              </a:ext>
            </a:extLst>
          </p:cNvPr>
          <p:cNvSpPr/>
          <p:nvPr/>
        </p:nvSpPr>
        <p:spPr>
          <a:xfrm>
            <a:off x="1892630" y="730591"/>
            <a:ext cx="4715770" cy="7986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b="1">
                <a:solidFill>
                  <a:schemeClr val="bg1"/>
                </a:solidFill>
              </a:rPr>
              <a:t>KI-augmentierte Softwareentwicklung</a:t>
            </a:r>
          </a:p>
          <a:p>
            <a:pPr algn="ctr">
              <a:buClr>
                <a:schemeClr val="bg1"/>
              </a:buClr>
            </a:pPr>
            <a:r>
              <a:rPr lang="de-DE" b="1">
                <a:solidFill>
                  <a:schemeClr val="bg1"/>
                </a:solidFill>
              </a:rPr>
              <a:t>AI-</a:t>
            </a:r>
            <a:r>
              <a:rPr lang="de-DE" b="1" err="1">
                <a:solidFill>
                  <a:schemeClr val="bg1"/>
                </a:solidFill>
              </a:rPr>
              <a:t>augmented</a:t>
            </a:r>
            <a:r>
              <a:rPr lang="de-DE" b="1">
                <a:solidFill>
                  <a:schemeClr val="bg1"/>
                </a:solidFill>
              </a:rPr>
              <a:t> Agile Software Development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AE3825-49CB-8E68-A4F9-A8320BF4CB92}"/>
              </a:ext>
            </a:extLst>
          </p:cNvPr>
          <p:cNvGrpSpPr/>
          <p:nvPr/>
        </p:nvGrpSpPr>
        <p:grpSpPr>
          <a:xfrm>
            <a:off x="863801" y="1683243"/>
            <a:ext cx="10759257" cy="4334921"/>
            <a:chOff x="985520" y="1706625"/>
            <a:chExt cx="10759257" cy="4334921"/>
          </a:xfrm>
        </p:grpSpPr>
        <p:sp>
          <p:nvSpPr>
            <p:cNvPr id="2" name="Rectangle 19">
              <a:extLst>
                <a:ext uri="{FF2B5EF4-FFF2-40B4-BE49-F238E27FC236}">
                  <a16:creationId xmlns:a16="http://schemas.microsoft.com/office/drawing/2014/main" id="{C9F33181-477C-FC21-519F-D194B2919AB6}"/>
                </a:ext>
              </a:extLst>
            </p:cNvPr>
            <p:cNvSpPr/>
            <p:nvPr/>
          </p:nvSpPr>
          <p:spPr>
            <a:xfrm>
              <a:off x="1109722" y="5121281"/>
              <a:ext cx="901366" cy="814925"/>
            </a:xfrm>
            <a:custGeom>
              <a:avLst/>
              <a:gdLst>
                <a:gd name="connsiteX0" fmla="*/ 0 w 2517850"/>
                <a:gd name="connsiteY0" fmla="*/ 0 h 3960000"/>
                <a:gd name="connsiteX1" fmla="*/ 2517850 w 2517850"/>
                <a:gd name="connsiteY1" fmla="*/ 0 h 3960000"/>
                <a:gd name="connsiteX2" fmla="*/ 2517850 w 2517850"/>
                <a:gd name="connsiteY2" fmla="*/ 3960000 h 3960000"/>
                <a:gd name="connsiteX3" fmla="*/ 0 w 2517850"/>
                <a:gd name="connsiteY3" fmla="*/ 3960000 h 3960000"/>
                <a:gd name="connsiteX4" fmla="*/ 0 w 2517850"/>
                <a:gd name="connsiteY4" fmla="*/ 0 h 3960000"/>
                <a:gd name="connsiteX0" fmla="*/ 32425 w 2517850"/>
                <a:gd name="connsiteY0" fmla="*/ 2308697 h 3960000"/>
                <a:gd name="connsiteX1" fmla="*/ 2517850 w 2517850"/>
                <a:gd name="connsiteY1" fmla="*/ 0 h 3960000"/>
                <a:gd name="connsiteX2" fmla="*/ 2517850 w 2517850"/>
                <a:gd name="connsiteY2" fmla="*/ 3960000 h 3960000"/>
                <a:gd name="connsiteX3" fmla="*/ 0 w 2517850"/>
                <a:gd name="connsiteY3" fmla="*/ 3960000 h 3960000"/>
                <a:gd name="connsiteX4" fmla="*/ 32425 w 2517850"/>
                <a:gd name="connsiteY4" fmla="*/ 2308697 h 3960000"/>
                <a:gd name="connsiteX0" fmla="*/ 32425 w 2517850"/>
                <a:gd name="connsiteY0" fmla="*/ 2308697 h 3960000"/>
                <a:gd name="connsiteX1" fmla="*/ 2517850 w 2517850"/>
                <a:gd name="connsiteY1" fmla="*/ 0 h 3960000"/>
                <a:gd name="connsiteX2" fmla="*/ 2517850 w 2517850"/>
                <a:gd name="connsiteY2" fmla="*/ 3960000 h 3960000"/>
                <a:gd name="connsiteX3" fmla="*/ 0 w 2517850"/>
                <a:gd name="connsiteY3" fmla="*/ 3960000 h 3960000"/>
                <a:gd name="connsiteX4" fmla="*/ 32425 w 2517850"/>
                <a:gd name="connsiteY4" fmla="*/ 2308697 h 3960000"/>
                <a:gd name="connsiteX0" fmla="*/ 32425 w 2556761"/>
                <a:gd name="connsiteY0" fmla="*/ 369651 h 2020954"/>
                <a:gd name="connsiteX1" fmla="*/ 2556761 w 2556761"/>
                <a:gd name="connsiteY1" fmla="*/ 0 h 2020954"/>
                <a:gd name="connsiteX2" fmla="*/ 2517850 w 2556761"/>
                <a:gd name="connsiteY2" fmla="*/ 2020954 h 2020954"/>
                <a:gd name="connsiteX3" fmla="*/ 0 w 2556761"/>
                <a:gd name="connsiteY3" fmla="*/ 2020954 h 2020954"/>
                <a:gd name="connsiteX4" fmla="*/ 32425 w 2556761"/>
                <a:gd name="connsiteY4" fmla="*/ 369651 h 2020954"/>
                <a:gd name="connsiteX0" fmla="*/ 32425 w 2556761"/>
                <a:gd name="connsiteY0" fmla="*/ 656767 h 2308070"/>
                <a:gd name="connsiteX1" fmla="*/ 2556761 w 2556761"/>
                <a:gd name="connsiteY1" fmla="*/ 287116 h 2308070"/>
                <a:gd name="connsiteX2" fmla="*/ 2517850 w 2556761"/>
                <a:gd name="connsiteY2" fmla="*/ 2308070 h 2308070"/>
                <a:gd name="connsiteX3" fmla="*/ 0 w 2556761"/>
                <a:gd name="connsiteY3" fmla="*/ 2308070 h 2308070"/>
                <a:gd name="connsiteX4" fmla="*/ 32425 w 2556761"/>
                <a:gd name="connsiteY4" fmla="*/ 656767 h 2308070"/>
                <a:gd name="connsiteX0" fmla="*/ 32425 w 2517850"/>
                <a:gd name="connsiteY0" fmla="*/ 526458 h 2177761"/>
                <a:gd name="connsiteX1" fmla="*/ 2498395 w 2517850"/>
                <a:gd name="connsiteY1" fmla="*/ 351360 h 2177761"/>
                <a:gd name="connsiteX2" fmla="*/ 2517850 w 2517850"/>
                <a:gd name="connsiteY2" fmla="*/ 2177761 h 2177761"/>
                <a:gd name="connsiteX3" fmla="*/ 0 w 2517850"/>
                <a:gd name="connsiteY3" fmla="*/ 2177761 h 2177761"/>
                <a:gd name="connsiteX4" fmla="*/ 32425 w 2517850"/>
                <a:gd name="connsiteY4" fmla="*/ 526458 h 2177761"/>
                <a:gd name="connsiteX0" fmla="*/ 32425 w 2530820"/>
                <a:gd name="connsiteY0" fmla="*/ 526458 h 2177761"/>
                <a:gd name="connsiteX1" fmla="*/ 2530820 w 2530820"/>
                <a:gd name="connsiteY1" fmla="*/ 351360 h 2177761"/>
                <a:gd name="connsiteX2" fmla="*/ 2517850 w 2530820"/>
                <a:gd name="connsiteY2" fmla="*/ 2177761 h 2177761"/>
                <a:gd name="connsiteX3" fmla="*/ 0 w 2530820"/>
                <a:gd name="connsiteY3" fmla="*/ 2177761 h 2177761"/>
                <a:gd name="connsiteX4" fmla="*/ 32425 w 2530820"/>
                <a:gd name="connsiteY4" fmla="*/ 526458 h 2177761"/>
                <a:gd name="csX0" fmla="*/ 20194 w 2530820"/>
                <a:gd name="csY0" fmla="*/ 1161914 h 2000552"/>
                <a:gd name="csX1" fmla="*/ 2530820 w 2530820"/>
                <a:gd name="csY1" fmla="*/ 174151 h 2000552"/>
                <a:gd name="csX2" fmla="*/ 2517850 w 2530820"/>
                <a:gd name="csY2" fmla="*/ 2000552 h 2000552"/>
                <a:gd name="csX3" fmla="*/ 0 w 2530820"/>
                <a:gd name="csY3" fmla="*/ 2000552 h 2000552"/>
                <a:gd name="csX4" fmla="*/ 20194 w 2530820"/>
                <a:gd name="csY4" fmla="*/ 1161914 h 2000552"/>
                <a:gd name="csX0" fmla="*/ 20194 w 2543052"/>
                <a:gd name="csY0" fmla="*/ 811972 h 1650610"/>
                <a:gd name="csX1" fmla="*/ 2543052 w 2543052"/>
                <a:gd name="csY1" fmla="*/ 237929 h 1650610"/>
                <a:gd name="csX2" fmla="*/ 2517850 w 2543052"/>
                <a:gd name="csY2" fmla="*/ 1650610 h 1650610"/>
                <a:gd name="csX3" fmla="*/ 0 w 2543052"/>
                <a:gd name="csY3" fmla="*/ 1650610 h 1650610"/>
                <a:gd name="csX4" fmla="*/ 20194 w 2543052"/>
                <a:gd name="csY4" fmla="*/ 811972 h 1650610"/>
                <a:gd name="csX0" fmla="*/ 20194 w 2543052"/>
                <a:gd name="csY0" fmla="*/ 621262 h 1459900"/>
                <a:gd name="csX1" fmla="*/ 2543052 w 2543052"/>
                <a:gd name="csY1" fmla="*/ 47219 h 1459900"/>
                <a:gd name="csX2" fmla="*/ 2517850 w 2543052"/>
                <a:gd name="csY2" fmla="*/ 1459900 h 1459900"/>
                <a:gd name="csX3" fmla="*/ 0 w 2543052"/>
                <a:gd name="csY3" fmla="*/ 1459900 h 1459900"/>
                <a:gd name="csX4" fmla="*/ 20194 w 2543052"/>
                <a:gd name="csY4" fmla="*/ 621262 h 1459900"/>
                <a:gd name="csX0" fmla="*/ 20194 w 2543052"/>
                <a:gd name="csY0" fmla="*/ 599387 h 1438025"/>
                <a:gd name="csX1" fmla="*/ 2543052 w 2543052"/>
                <a:gd name="csY1" fmla="*/ 25344 h 1438025"/>
                <a:gd name="csX2" fmla="*/ 2517850 w 2543052"/>
                <a:gd name="csY2" fmla="*/ 1438025 h 1438025"/>
                <a:gd name="csX3" fmla="*/ 0 w 2543052"/>
                <a:gd name="csY3" fmla="*/ 1438025 h 1438025"/>
                <a:gd name="csX4" fmla="*/ 20194 w 2543052"/>
                <a:gd name="csY4" fmla="*/ 599387 h 1438025"/>
                <a:gd name="csX0" fmla="*/ 1950 w 2561504"/>
                <a:gd name="csY0" fmla="*/ 599387 h 1438025"/>
                <a:gd name="csX1" fmla="*/ 2561504 w 2561504"/>
                <a:gd name="csY1" fmla="*/ 25344 h 1438025"/>
                <a:gd name="csX2" fmla="*/ 2536302 w 2561504"/>
                <a:gd name="csY2" fmla="*/ 1438025 h 1438025"/>
                <a:gd name="csX3" fmla="*/ 18452 w 2561504"/>
                <a:gd name="csY3" fmla="*/ 1438025 h 1438025"/>
                <a:gd name="csX4" fmla="*/ 1950 w 2561504"/>
                <a:gd name="csY4" fmla="*/ 599387 h 1438025"/>
                <a:gd name="csX0" fmla="*/ 1950 w 2561504"/>
                <a:gd name="csY0" fmla="*/ 591694 h 1430332"/>
                <a:gd name="csX1" fmla="*/ 2561504 w 2561504"/>
                <a:gd name="csY1" fmla="*/ 17651 h 1430332"/>
                <a:gd name="csX2" fmla="*/ 2536302 w 2561504"/>
                <a:gd name="csY2" fmla="*/ 1430332 h 1430332"/>
                <a:gd name="csX3" fmla="*/ 18452 w 2561504"/>
                <a:gd name="csY3" fmla="*/ 1430332 h 1430332"/>
                <a:gd name="csX4" fmla="*/ 1950 w 2561504"/>
                <a:gd name="csY4" fmla="*/ 591694 h 1430332"/>
                <a:gd name="csX0" fmla="*/ 8301 w 2543052"/>
                <a:gd name="csY0" fmla="*/ 611233 h 1429896"/>
                <a:gd name="csX1" fmla="*/ 2543052 w 2543052"/>
                <a:gd name="csY1" fmla="*/ 17215 h 1429896"/>
                <a:gd name="csX2" fmla="*/ 2517850 w 2543052"/>
                <a:gd name="csY2" fmla="*/ 1429896 h 1429896"/>
                <a:gd name="csX3" fmla="*/ 0 w 2543052"/>
                <a:gd name="csY3" fmla="*/ 1429896 h 1429896"/>
                <a:gd name="csX4" fmla="*/ 8301 w 2543052"/>
                <a:gd name="csY4" fmla="*/ 611233 h 1429896"/>
                <a:gd name="csX0" fmla="*/ 8301 w 2543052"/>
                <a:gd name="csY0" fmla="*/ 611233 h 1429896"/>
                <a:gd name="csX1" fmla="*/ 2543052 w 2543052"/>
                <a:gd name="csY1" fmla="*/ 17215 h 1429896"/>
                <a:gd name="csX2" fmla="*/ 2517850 w 2543052"/>
                <a:gd name="csY2" fmla="*/ 1429896 h 1429896"/>
                <a:gd name="csX3" fmla="*/ 0 w 2543052"/>
                <a:gd name="csY3" fmla="*/ 1429896 h 1429896"/>
                <a:gd name="csX4" fmla="*/ 8301 w 2543052"/>
                <a:gd name="csY4" fmla="*/ 611233 h 1429896"/>
                <a:gd name="csX0" fmla="*/ 8301 w 2534784"/>
                <a:gd name="csY0" fmla="*/ 581934 h 1400597"/>
                <a:gd name="csX1" fmla="*/ 2534784 w 2534784"/>
                <a:gd name="csY1" fmla="*/ 17878 h 1400597"/>
                <a:gd name="csX2" fmla="*/ 2517850 w 2534784"/>
                <a:gd name="csY2" fmla="*/ 1400597 h 1400597"/>
                <a:gd name="csX3" fmla="*/ 0 w 2534784"/>
                <a:gd name="csY3" fmla="*/ 1400597 h 1400597"/>
                <a:gd name="csX4" fmla="*/ 8301 w 2534784"/>
                <a:gd name="csY4" fmla="*/ 581934 h 1400597"/>
                <a:gd name="csX0" fmla="*/ 8301 w 2534784"/>
                <a:gd name="csY0" fmla="*/ 564109 h 1382772"/>
                <a:gd name="csX1" fmla="*/ 2534784 w 2534784"/>
                <a:gd name="csY1" fmla="*/ 53 h 1382772"/>
                <a:gd name="csX2" fmla="*/ 2517850 w 2534784"/>
                <a:gd name="csY2" fmla="*/ 1382772 h 1382772"/>
                <a:gd name="csX3" fmla="*/ 0 w 2534784"/>
                <a:gd name="csY3" fmla="*/ 1382772 h 1382772"/>
                <a:gd name="csX4" fmla="*/ 8301 w 2534784"/>
                <a:gd name="csY4" fmla="*/ 564109 h 1382772"/>
                <a:gd name="csX0" fmla="*/ 329 w 2535080"/>
                <a:gd name="csY0" fmla="*/ 653987 h 1382764"/>
                <a:gd name="csX1" fmla="*/ 2535080 w 2535080"/>
                <a:gd name="csY1" fmla="*/ 45 h 1382764"/>
                <a:gd name="csX2" fmla="*/ 2518146 w 2535080"/>
                <a:gd name="csY2" fmla="*/ 1382764 h 1382764"/>
                <a:gd name="csX3" fmla="*/ 296 w 2535080"/>
                <a:gd name="csY3" fmla="*/ 1382764 h 1382764"/>
                <a:gd name="csX4" fmla="*/ 329 w 2535080"/>
                <a:gd name="csY4" fmla="*/ 653987 h 1382764"/>
                <a:gd name="csX0" fmla="*/ 329 w 2535080"/>
                <a:gd name="csY0" fmla="*/ 653989 h 1382766"/>
                <a:gd name="csX1" fmla="*/ 2535080 w 2535080"/>
                <a:gd name="csY1" fmla="*/ 47 h 1382766"/>
                <a:gd name="csX2" fmla="*/ 2518146 w 2535080"/>
                <a:gd name="csY2" fmla="*/ 1382766 h 1382766"/>
                <a:gd name="csX3" fmla="*/ 296 w 2535080"/>
                <a:gd name="csY3" fmla="*/ 1382766 h 1382766"/>
                <a:gd name="csX4" fmla="*/ 329 w 2535080"/>
                <a:gd name="csY4" fmla="*/ 653989 h 1382766"/>
                <a:gd name="csX0" fmla="*/ 329 w 2519441"/>
                <a:gd name="csY0" fmla="*/ 634018 h 1362795"/>
                <a:gd name="csX1" fmla="*/ 2518545 w 2519441"/>
                <a:gd name="csY1" fmla="*/ 50 h 1362795"/>
                <a:gd name="csX2" fmla="*/ 2518146 w 2519441"/>
                <a:gd name="csY2" fmla="*/ 1362795 h 1362795"/>
                <a:gd name="csX3" fmla="*/ 296 w 2519441"/>
                <a:gd name="csY3" fmla="*/ 1362795 h 1362795"/>
                <a:gd name="csX4" fmla="*/ 329 w 2519441"/>
                <a:gd name="csY4" fmla="*/ 634018 h 1362795"/>
                <a:gd name="csX0" fmla="*/ 329 w 2518417"/>
                <a:gd name="csY0" fmla="*/ 655006 h 1383783"/>
                <a:gd name="csX1" fmla="*/ 2477643 w 2518417"/>
                <a:gd name="csY1" fmla="*/ 48 h 1383783"/>
                <a:gd name="csX2" fmla="*/ 2518146 w 2518417"/>
                <a:gd name="csY2" fmla="*/ 1383783 h 1383783"/>
                <a:gd name="csX3" fmla="*/ 296 w 2518417"/>
                <a:gd name="csY3" fmla="*/ 1383783 h 1383783"/>
                <a:gd name="csX4" fmla="*/ 329 w 2518417"/>
                <a:gd name="csY4" fmla="*/ 655006 h 1383783"/>
                <a:gd name="csX0" fmla="*/ 40940 w 2518122"/>
                <a:gd name="csY0" fmla="*/ 1305682 h 1590777"/>
                <a:gd name="csX1" fmla="*/ 2477348 w 2518122"/>
                <a:gd name="csY1" fmla="*/ 25 h 1590777"/>
                <a:gd name="csX2" fmla="*/ 2517851 w 2518122"/>
                <a:gd name="csY2" fmla="*/ 1383760 h 1590777"/>
                <a:gd name="csX3" fmla="*/ 1 w 2518122"/>
                <a:gd name="csY3" fmla="*/ 1383760 h 1590777"/>
                <a:gd name="csX4" fmla="*/ 40940 w 2518122"/>
                <a:gd name="csY4" fmla="*/ 1305682 h 1590777"/>
                <a:gd name="csX0" fmla="*/ 40940 w 2518122"/>
                <a:gd name="csY0" fmla="*/ 1305689 h 1590784"/>
                <a:gd name="csX1" fmla="*/ 2477348 w 2518122"/>
                <a:gd name="csY1" fmla="*/ 32 h 1590784"/>
                <a:gd name="csX2" fmla="*/ 2517851 w 2518122"/>
                <a:gd name="csY2" fmla="*/ 1383767 h 1590784"/>
                <a:gd name="csX3" fmla="*/ 1 w 2518122"/>
                <a:gd name="csY3" fmla="*/ 1383767 h 1590784"/>
                <a:gd name="csX4" fmla="*/ 40940 w 2518122"/>
                <a:gd name="csY4" fmla="*/ 1305689 h 1590784"/>
                <a:gd name="csX0" fmla="*/ 204 w 2527231"/>
                <a:gd name="csY0" fmla="*/ 1347670 h 1626101"/>
                <a:gd name="csX1" fmla="*/ 2486460 w 2527231"/>
                <a:gd name="csY1" fmla="*/ 32 h 1626101"/>
                <a:gd name="csX2" fmla="*/ 2526963 w 2527231"/>
                <a:gd name="csY2" fmla="*/ 1383767 h 1626101"/>
                <a:gd name="csX3" fmla="*/ 9113 w 2527231"/>
                <a:gd name="csY3" fmla="*/ 1383767 h 1626101"/>
                <a:gd name="csX4" fmla="*/ 204 w 2527231"/>
                <a:gd name="csY4" fmla="*/ 1347670 h 1626101"/>
                <a:gd name="csX0" fmla="*/ 8719 w 2535746"/>
                <a:gd name="csY0" fmla="*/ 1347670 h 1383767"/>
                <a:gd name="csX1" fmla="*/ 2494975 w 2535746"/>
                <a:gd name="csY1" fmla="*/ 32 h 1383767"/>
                <a:gd name="csX2" fmla="*/ 2535478 w 2535746"/>
                <a:gd name="csY2" fmla="*/ 1383767 h 1383767"/>
                <a:gd name="csX3" fmla="*/ 17628 w 2535746"/>
                <a:gd name="csY3" fmla="*/ 1383767 h 1383767"/>
                <a:gd name="csX4" fmla="*/ 8719 w 2535746"/>
                <a:gd name="csY4" fmla="*/ 1347670 h 1383767"/>
                <a:gd name="csX0" fmla="*/ 8719 w 2535746"/>
                <a:gd name="csY0" fmla="*/ 1347659 h 1383756"/>
                <a:gd name="csX1" fmla="*/ 2494975 w 2535746"/>
                <a:gd name="csY1" fmla="*/ 21 h 1383756"/>
                <a:gd name="csX2" fmla="*/ 2535478 w 2535746"/>
                <a:gd name="csY2" fmla="*/ 1383756 h 1383756"/>
                <a:gd name="csX3" fmla="*/ 17628 w 2535746"/>
                <a:gd name="csY3" fmla="*/ 1383756 h 1383756"/>
                <a:gd name="csX4" fmla="*/ 8719 w 2535746"/>
                <a:gd name="csY4" fmla="*/ 1347659 h 1383756"/>
                <a:gd name="csX0" fmla="*/ 8719 w 2535746"/>
                <a:gd name="csY0" fmla="*/ 1347659 h 1383756"/>
                <a:gd name="csX1" fmla="*/ 2494975 w 2535746"/>
                <a:gd name="csY1" fmla="*/ 21 h 1383756"/>
                <a:gd name="csX2" fmla="*/ 2535478 w 2535746"/>
                <a:gd name="csY2" fmla="*/ 1383756 h 1383756"/>
                <a:gd name="csX3" fmla="*/ 17628 w 2535746"/>
                <a:gd name="csY3" fmla="*/ 1383756 h 1383756"/>
                <a:gd name="csX4" fmla="*/ 8719 w 2535746"/>
                <a:gd name="csY4" fmla="*/ 1347659 h 1383756"/>
                <a:gd name="csX0" fmla="*/ 8719 w 2494974"/>
                <a:gd name="csY0" fmla="*/ 1347659 h 1383756"/>
                <a:gd name="csX1" fmla="*/ 2494975 w 2494974"/>
                <a:gd name="csY1" fmla="*/ 21 h 1383756"/>
                <a:gd name="csX2" fmla="*/ 2460706 w 2494974"/>
                <a:gd name="csY2" fmla="*/ 1383756 h 1383756"/>
                <a:gd name="csX3" fmla="*/ 17628 w 2494974"/>
                <a:gd name="csY3" fmla="*/ 1383756 h 1383756"/>
                <a:gd name="csX4" fmla="*/ 8719 w 2494974"/>
                <a:gd name="csY4" fmla="*/ 1347659 h 1383756"/>
                <a:gd name="csX0" fmla="*/ 8719 w 2494974"/>
                <a:gd name="csY0" fmla="*/ 1347639 h 1383736"/>
                <a:gd name="csX1" fmla="*/ 2494975 w 2494974"/>
                <a:gd name="csY1" fmla="*/ 1 h 1383736"/>
                <a:gd name="csX2" fmla="*/ 2460706 w 2494974"/>
                <a:gd name="csY2" fmla="*/ 1383736 h 1383736"/>
                <a:gd name="csX3" fmla="*/ 17628 w 2494974"/>
                <a:gd name="csY3" fmla="*/ 1383736 h 1383736"/>
                <a:gd name="csX4" fmla="*/ 8719 w 2494974"/>
                <a:gd name="csY4" fmla="*/ 1347639 h 1383736"/>
                <a:gd name="csX0" fmla="*/ 0 w 2477346"/>
                <a:gd name="csY0" fmla="*/ 1383734 h 1383734"/>
                <a:gd name="csX1" fmla="*/ 2477347 w 2477346"/>
                <a:gd name="csY1" fmla="*/ -1 h 1383734"/>
                <a:gd name="csX2" fmla="*/ 2443078 w 2477346"/>
                <a:gd name="csY2" fmla="*/ 1383734 h 1383734"/>
                <a:gd name="csX3" fmla="*/ 0 w 2477346"/>
                <a:gd name="csY3" fmla="*/ 1383734 h 1383734"/>
                <a:gd name="csX0" fmla="*/ 0 w 2420889"/>
                <a:gd name="csY0" fmla="*/ 1390236 h 1390235"/>
                <a:gd name="csX1" fmla="*/ 2420890 w 2420889"/>
                <a:gd name="csY1" fmla="*/ 1 h 1390235"/>
                <a:gd name="csX2" fmla="*/ 2386621 w 2420889"/>
                <a:gd name="csY2" fmla="*/ 1383736 h 1390235"/>
                <a:gd name="csX3" fmla="*/ 0 w 2420889"/>
                <a:gd name="csY3" fmla="*/ 1390236 h 1390235"/>
                <a:gd name="csX0" fmla="*/ 0 w 2420889"/>
                <a:gd name="csY0" fmla="*/ 1390241 h 1390242"/>
                <a:gd name="csX1" fmla="*/ 2420890 w 2420889"/>
                <a:gd name="csY1" fmla="*/ 6 h 1390242"/>
                <a:gd name="csX2" fmla="*/ 2386621 w 2420889"/>
                <a:gd name="csY2" fmla="*/ 1383741 h 1390242"/>
                <a:gd name="csX3" fmla="*/ 0 w 2420889"/>
                <a:gd name="csY3" fmla="*/ 1390241 h 1390242"/>
                <a:gd name="csX0" fmla="*/ 0 w 2420889"/>
                <a:gd name="csY0" fmla="*/ 1390243 h 1390242"/>
                <a:gd name="csX1" fmla="*/ 2420890 w 2420889"/>
                <a:gd name="csY1" fmla="*/ 8 h 1390242"/>
                <a:gd name="csX2" fmla="*/ 2386621 w 2420889"/>
                <a:gd name="csY2" fmla="*/ 1383743 h 1390242"/>
                <a:gd name="csX3" fmla="*/ 0 w 2420889"/>
                <a:gd name="csY3" fmla="*/ 1390243 h 1390242"/>
                <a:gd name="csX0" fmla="*/ 0 w 2420889"/>
                <a:gd name="csY0" fmla="*/ 1390234 h 1390235"/>
                <a:gd name="csX1" fmla="*/ 2420890 w 2420889"/>
                <a:gd name="csY1" fmla="*/ -1 h 1390235"/>
                <a:gd name="csX2" fmla="*/ 2386621 w 2420889"/>
                <a:gd name="csY2" fmla="*/ 1383734 h 1390235"/>
                <a:gd name="csX3" fmla="*/ 0 w 2420889"/>
                <a:gd name="csY3" fmla="*/ 1390234 h 1390235"/>
                <a:gd name="csX0" fmla="*/ 0 w 2428454"/>
                <a:gd name="csY0" fmla="*/ 1390236 h 1390235"/>
                <a:gd name="csX1" fmla="*/ 2420890 w 2428454"/>
                <a:gd name="csY1" fmla="*/ 1 h 1390235"/>
                <a:gd name="csX2" fmla="*/ 2427681 w 2428454"/>
                <a:gd name="csY2" fmla="*/ 1367486 h 1390235"/>
                <a:gd name="csX3" fmla="*/ 0 w 2428454"/>
                <a:gd name="csY3" fmla="*/ 1390236 h 1390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28454" h="1390235">
                  <a:moveTo>
                    <a:pt x="0" y="1390236"/>
                  </a:moveTo>
                  <a:cubicBezTo>
                    <a:pt x="231539" y="1075118"/>
                    <a:pt x="1110401" y="84498"/>
                    <a:pt x="2420890" y="1"/>
                  </a:cubicBezTo>
                  <a:cubicBezTo>
                    <a:pt x="2416567" y="608801"/>
                    <a:pt x="2432004" y="758686"/>
                    <a:pt x="2427681" y="1367486"/>
                  </a:cubicBezTo>
                  <a:lnTo>
                    <a:pt x="0" y="1390236"/>
                  </a:lnTo>
                  <a:close/>
                </a:path>
              </a:pathLst>
            </a:custGeom>
            <a:solidFill>
              <a:srgbClr val="00419E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endParaRPr>
            </a:p>
          </p:txBody>
        </p:sp>
        <p:sp>
          <p:nvSpPr>
            <p:cNvPr id="5" name="Rectangle 19">
              <a:extLst>
                <a:ext uri="{FF2B5EF4-FFF2-40B4-BE49-F238E27FC236}">
                  <a16:creationId xmlns:a16="http://schemas.microsoft.com/office/drawing/2014/main" id="{5912B37E-DC8D-CA36-A88C-FC4C6B106E0B}"/>
                </a:ext>
              </a:extLst>
            </p:cNvPr>
            <p:cNvSpPr/>
            <p:nvPr/>
          </p:nvSpPr>
          <p:spPr>
            <a:xfrm>
              <a:off x="2011635" y="4667267"/>
              <a:ext cx="2368579" cy="966650"/>
            </a:xfrm>
            <a:custGeom>
              <a:avLst/>
              <a:gdLst>
                <a:gd name="connsiteX0" fmla="*/ 0 w 2517850"/>
                <a:gd name="connsiteY0" fmla="*/ 0 h 3960000"/>
                <a:gd name="connsiteX1" fmla="*/ 2517850 w 2517850"/>
                <a:gd name="connsiteY1" fmla="*/ 0 h 3960000"/>
                <a:gd name="connsiteX2" fmla="*/ 2517850 w 2517850"/>
                <a:gd name="connsiteY2" fmla="*/ 3960000 h 3960000"/>
                <a:gd name="connsiteX3" fmla="*/ 0 w 2517850"/>
                <a:gd name="connsiteY3" fmla="*/ 3960000 h 3960000"/>
                <a:gd name="connsiteX4" fmla="*/ 0 w 2517850"/>
                <a:gd name="connsiteY4" fmla="*/ 0 h 3960000"/>
                <a:gd name="connsiteX0" fmla="*/ 32425 w 2517850"/>
                <a:gd name="connsiteY0" fmla="*/ 2308697 h 3960000"/>
                <a:gd name="connsiteX1" fmla="*/ 2517850 w 2517850"/>
                <a:gd name="connsiteY1" fmla="*/ 0 h 3960000"/>
                <a:gd name="connsiteX2" fmla="*/ 2517850 w 2517850"/>
                <a:gd name="connsiteY2" fmla="*/ 3960000 h 3960000"/>
                <a:gd name="connsiteX3" fmla="*/ 0 w 2517850"/>
                <a:gd name="connsiteY3" fmla="*/ 3960000 h 3960000"/>
                <a:gd name="connsiteX4" fmla="*/ 32425 w 2517850"/>
                <a:gd name="connsiteY4" fmla="*/ 2308697 h 3960000"/>
                <a:gd name="connsiteX0" fmla="*/ 32425 w 2517850"/>
                <a:gd name="connsiteY0" fmla="*/ 2308697 h 3960000"/>
                <a:gd name="connsiteX1" fmla="*/ 2517850 w 2517850"/>
                <a:gd name="connsiteY1" fmla="*/ 0 h 3960000"/>
                <a:gd name="connsiteX2" fmla="*/ 2517850 w 2517850"/>
                <a:gd name="connsiteY2" fmla="*/ 3960000 h 3960000"/>
                <a:gd name="connsiteX3" fmla="*/ 0 w 2517850"/>
                <a:gd name="connsiteY3" fmla="*/ 3960000 h 3960000"/>
                <a:gd name="connsiteX4" fmla="*/ 32425 w 2517850"/>
                <a:gd name="connsiteY4" fmla="*/ 2308697 h 3960000"/>
                <a:gd name="connsiteX0" fmla="*/ 32425 w 2556761"/>
                <a:gd name="connsiteY0" fmla="*/ 369651 h 2020954"/>
                <a:gd name="connsiteX1" fmla="*/ 2556761 w 2556761"/>
                <a:gd name="connsiteY1" fmla="*/ 0 h 2020954"/>
                <a:gd name="connsiteX2" fmla="*/ 2517850 w 2556761"/>
                <a:gd name="connsiteY2" fmla="*/ 2020954 h 2020954"/>
                <a:gd name="connsiteX3" fmla="*/ 0 w 2556761"/>
                <a:gd name="connsiteY3" fmla="*/ 2020954 h 2020954"/>
                <a:gd name="connsiteX4" fmla="*/ 32425 w 2556761"/>
                <a:gd name="connsiteY4" fmla="*/ 369651 h 2020954"/>
                <a:gd name="connsiteX0" fmla="*/ 32425 w 2556761"/>
                <a:gd name="connsiteY0" fmla="*/ 656767 h 2308070"/>
                <a:gd name="connsiteX1" fmla="*/ 2556761 w 2556761"/>
                <a:gd name="connsiteY1" fmla="*/ 287116 h 2308070"/>
                <a:gd name="connsiteX2" fmla="*/ 2517850 w 2556761"/>
                <a:gd name="connsiteY2" fmla="*/ 2308070 h 2308070"/>
                <a:gd name="connsiteX3" fmla="*/ 0 w 2556761"/>
                <a:gd name="connsiteY3" fmla="*/ 2308070 h 2308070"/>
                <a:gd name="connsiteX4" fmla="*/ 32425 w 2556761"/>
                <a:gd name="connsiteY4" fmla="*/ 656767 h 2308070"/>
                <a:gd name="connsiteX0" fmla="*/ 32425 w 2517850"/>
                <a:gd name="connsiteY0" fmla="*/ 526458 h 2177761"/>
                <a:gd name="connsiteX1" fmla="*/ 2498395 w 2517850"/>
                <a:gd name="connsiteY1" fmla="*/ 351360 h 2177761"/>
                <a:gd name="connsiteX2" fmla="*/ 2517850 w 2517850"/>
                <a:gd name="connsiteY2" fmla="*/ 2177761 h 2177761"/>
                <a:gd name="connsiteX3" fmla="*/ 0 w 2517850"/>
                <a:gd name="connsiteY3" fmla="*/ 2177761 h 2177761"/>
                <a:gd name="connsiteX4" fmla="*/ 32425 w 2517850"/>
                <a:gd name="connsiteY4" fmla="*/ 526458 h 2177761"/>
                <a:gd name="connsiteX0" fmla="*/ 32425 w 2530820"/>
                <a:gd name="connsiteY0" fmla="*/ 526458 h 2177761"/>
                <a:gd name="connsiteX1" fmla="*/ 2530820 w 2530820"/>
                <a:gd name="connsiteY1" fmla="*/ 351360 h 2177761"/>
                <a:gd name="connsiteX2" fmla="*/ 2517850 w 2530820"/>
                <a:gd name="connsiteY2" fmla="*/ 2177761 h 2177761"/>
                <a:gd name="connsiteX3" fmla="*/ 0 w 2530820"/>
                <a:gd name="connsiteY3" fmla="*/ 2177761 h 2177761"/>
                <a:gd name="connsiteX4" fmla="*/ 32425 w 2530820"/>
                <a:gd name="connsiteY4" fmla="*/ 526458 h 2177761"/>
                <a:gd name="csX0" fmla="*/ 20194 w 2530820"/>
                <a:gd name="csY0" fmla="*/ 1161914 h 2000552"/>
                <a:gd name="csX1" fmla="*/ 2530820 w 2530820"/>
                <a:gd name="csY1" fmla="*/ 174151 h 2000552"/>
                <a:gd name="csX2" fmla="*/ 2517850 w 2530820"/>
                <a:gd name="csY2" fmla="*/ 2000552 h 2000552"/>
                <a:gd name="csX3" fmla="*/ 0 w 2530820"/>
                <a:gd name="csY3" fmla="*/ 2000552 h 2000552"/>
                <a:gd name="csX4" fmla="*/ 20194 w 2530820"/>
                <a:gd name="csY4" fmla="*/ 1161914 h 2000552"/>
                <a:gd name="csX0" fmla="*/ 20194 w 2543052"/>
                <a:gd name="csY0" fmla="*/ 811972 h 1650610"/>
                <a:gd name="csX1" fmla="*/ 2543052 w 2543052"/>
                <a:gd name="csY1" fmla="*/ 237929 h 1650610"/>
                <a:gd name="csX2" fmla="*/ 2517850 w 2543052"/>
                <a:gd name="csY2" fmla="*/ 1650610 h 1650610"/>
                <a:gd name="csX3" fmla="*/ 0 w 2543052"/>
                <a:gd name="csY3" fmla="*/ 1650610 h 1650610"/>
                <a:gd name="csX4" fmla="*/ 20194 w 2543052"/>
                <a:gd name="csY4" fmla="*/ 811972 h 1650610"/>
                <a:gd name="csX0" fmla="*/ 20194 w 2543052"/>
                <a:gd name="csY0" fmla="*/ 621262 h 1459900"/>
                <a:gd name="csX1" fmla="*/ 2543052 w 2543052"/>
                <a:gd name="csY1" fmla="*/ 47219 h 1459900"/>
                <a:gd name="csX2" fmla="*/ 2517850 w 2543052"/>
                <a:gd name="csY2" fmla="*/ 1459900 h 1459900"/>
                <a:gd name="csX3" fmla="*/ 0 w 2543052"/>
                <a:gd name="csY3" fmla="*/ 1459900 h 1459900"/>
                <a:gd name="csX4" fmla="*/ 20194 w 2543052"/>
                <a:gd name="csY4" fmla="*/ 621262 h 1459900"/>
                <a:gd name="csX0" fmla="*/ 20194 w 2543052"/>
                <a:gd name="csY0" fmla="*/ 599387 h 1438025"/>
                <a:gd name="csX1" fmla="*/ 2543052 w 2543052"/>
                <a:gd name="csY1" fmla="*/ 25344 h 1438025"/>
                <a:gd name="csX2" fmla="*/ 2517850 w 2543052"/>
                <a:gd name="csY2" fmla="*/ 1438025 h 1438025"/>
                <a:gd name="csX3" fmla="*/ 0 w 2543052"/>
                <a:gd name="csY3" fmla="*/ 1438025 h 1438025"/>
                <a:gd name="csX4" fmla="*/ 20194 w 2543052"/>
                <a:gd name="csY4" fmla="*/ 599387 h 1438025"/>
                <a:gd name="csX0" fmla="*/ 1950 w 2561504"/>
                <a:gd name="csY0" fmla="*/ 599387 h 1438025"/>
                <a:gd name="csX1" fmla="*/ 2561504 w 2561504"/>
                <a:gd name="csY1" fmla="*/ 25344 h 1438025"/>
                <a:gd name="csX2" fmla="*/ 2536302 w 2561504"/>
                <a:gd name="csY2" fmla="*/ 1438025 h 1438025"/>
                <a:gd name="csX3" fmla="*/ 18452 w 2561504"/>
                <a:gd name="csY3" fmla="*/ 1438025 h 1438025"/>
                <a:gd name="csX4" fmla="*/ 1950 w 2561504"/>
                <a:gd name="csY4" fmla="*/ 599387 h 1438025"/>
                <a:gd name="csX0" fmla="*/ 1950 w 2561504"/>
                <a:gd name="csY0" fmla="*/ 591694 h 1430332"/>
                <a:gd name="csX1" fmla="*/ 2561504 w 2561504"/>
                <a:gd name="csY1" fmla="*/ 17651 h 1430332"/>
                <a:gd name="csX2" fmla="*/ 2536302 w 2561504"/>
                <a:gd name="csY2" fmla="*/ 1430332 h 1430332"/>
                <a:gd name="csX3" fmla="*/ 18452 w 2561504"/>
                <a:gd name="csY3" fmla="*/ 1430332 h 1430332"/>
                <a:gd name="csX4" fmla="*/ 1950 w 2561504"/>
                <a:gd name="csY4" fmla="*/ 591694 h 1430332"/>
                <a:gd name="csX0" fmla="*/ 8301 w 2543052"/>
                <a:gd name="csY0" fmla="*/ 611233 h 1429896"/>
                <a:gd name="csX1" fmla="*/ 2543052 w 2543052"/>
                <a:gd name="csY1" fmla="*/ 17215 h 1429896"/>
                <a:gd name="csX2" fmla="*/ 2517850 w 2543052"/>
                <a:gd name="csY2" fmla="*/ 1429896 h 1429896"/>
                <a:gd name="csX3" fmla="*/ 0 w 2543052"/>
                <a:gd name="csY3" fmla="*/ 1429896 h 1429896"/>
                <a:gd name="csX4" fmla="*/ 8301 w 2543052"/>
                <a:gd name="csY4" fmla="*/ 611233 h 1429896"/>
                <a:gd name="csX0" fmla="*/ 8301 w 2543052"/>
                <a:gd name="csY0" fmla="*/ 611233 h 1429896"/>
                <a:gd name="csX1" fmla="*/ 2543052 w 2543052"/>
                <a:gd name="csY1" fmla="*/ 17215 h 1429896"/>
                <a:gd name="csX2" fmla="*/ 2517850 w 2543052"/>
                <a:gd name="csY2" fmla="*/ 1429896 h 1429896"/>
                <a:gd name="csX3" fmla="*/ 0 w 2543052"/>
                <a:gd name="csY3" fmla="*/ 1429896 h 1429896"/>
                <a:gd name="csX4" fmla="*/ 8301 w 2543052"/>
                <a:gd name="csY4" fmla="*/ 611233 h 1429896"/>
                <a:gd name="csX0" fmla="*/ 8301 w 2534784"/>
                <a:gd name="csY0" fmla="*/ 581934 h 1400597"/>
                <a:gd name="csX1" fmla="*/ 2534784 w 2534784"/>
                <a:gd name="csY1" fmla="*/ 17878 h 1400597"/>
                <a:gd name="csX2" fmla="*/ 2517850 w 2534784"/>
                <a:gd name="csY2" fmla="*/ 1400597 h 1400597"/>
                <a:gd name="csX3" fmla="*/ 0 w 2534784"/>
                <a:gd name="csY3" fmla="*/ 1400597 h 1400597"/>
                <a:gd name="csX4" fmla="*/ 8301 w 2534784"/>
                <a:gd name="csY4" fmla="*/ 581934 h 1400597"/>
                <a:gd name="csX0" fmla="*/ 8301 w 2534784"/>
                <a:gd name="csY0" fmla="*/ 564109 h 1382772"/>
                <a:gd name="csX1" fmla="*/ 2534784 w 2534784"/>
                <a:gd name="csY1" fmla="*/ 53 h 1382772"/>
                <a:gd name="csX2" fmla="*/ 2517850 w 2534784"/>
                <a:gd name="csY2" fmla="*/ 1382772 h 1382772"/>
                <a:gd name="csX3" fmla="*/ 0 w 2534784"/>
                <a:gd name="csY3" fmla="*/ 1382772 h 1382772"/>
                <a:gd name="csX4" fmla="*/ 8301 w 2534784"/>
                <a:gd name="csY4" fmla="*/ 564109 h 1382772"/>
                <a:gd name="csX0" fmla="*/ 329 w 2535080"/>
                <a:gd name="csY0" fmla="*/ 653987 h 1382764"/>
                <a:gd name="csX1" fmla="*/ 2535080 w 2535080"/>
                <a:gd name="csY1" fmla="*/ 45 h 1382764"/>
                <a:gd name="csX2" fmla="*/ 2518146 w 2535080"/>
                <a:gd name="csY2" fmla="*/ 1382764 h 1382764"/>
                <a:gd name="csX3" fmla="*/ 296 w 2535080"/>
                <a:gd name="csY3" fmla="*/ 1382764 h 1382764"/>
                <a:gd name="csX4" fmla="*/ 329 w 2535080"/>
                <a:gd name="csY4" fmla="*/ 653987 h 1382764"/>
                <a:gd name="csX0" fmla="*/ 329 w 2535080"/>
                <a:gd name="csY0" fmla="*/ 653989 h 1382766"/>
                <a:gd name="csX1" fmla="*/ 2535080 w 2535080"/>
                <a:gd name="csY1" fmla="*/ 47 h 1382766"/>
                <a:gd name="csX2" fmla="*/ 2518146 w 2535080"/>
                <a:gd name="csY2" fmla="*/ 1382766 h 1382766"/>
                <a:gd name="csX3" fmla="*/ 296 w 2535080"/>
                <a:gd name="csY3" fmla="*/ 1382766 h 1382766"/>
                <a:gd name="csX4" fmla="*/ 329 w 2535080"/>
                <a:gd name="csY4" fmla="*/ 653989 h 1382766"/>
                <a:gd name="csX0" fmla="*/ 329 w 2519441"/>
                <a:gd name="csY0" fmla="*/ 634018 h 1362795"/>
                <a:gd name="csX1" fmla="*/ 2518545 w 2519441"/>
                <a:gd name="csY1" fmla="*/ 50 h 1362795"/>
                <a:gd name="csX2" fmla="*/ 2518146 w 2519441"/>
                <a:gd name="csY2" fmla="*/ 1362795 h 1362795"/>
                <a:gd name="csX3" fmla="*/ 296 w 2519441"/>
                <a:gd name="csY3" fmla="*/ 1362795 h 1362795"/>
                <a:gd name="csX4" fmla="*/ 329 w 2519441"/>
                <a:gd name="csY4" fmla="*/ 634018 h 1362795"/>
                <a:gd name="csX0" fmla="*/ 329 w 2526661"/>
                <a:gd name="csY0" fmla="*/ 639409 h 1368186"/>
                <a:gd name="csX1" fmla="*/ 2526661 w 2526661"/>
                <a:gd name="csY1" fmla="*/ 48 h 1368186"/>
                <a:gd name="csX2" fmla="*/ 2518146 w 2526661"/>
                <a:gd name="csY2" fmla="*/ 1368186 h 1368186"/>
                <a:gd name="csX3" fmla="*/ 296 w 2526661"/>
                <a:gd name="csY3" fmla="*/ 1368186 h 1368186"/>
                <a:gd name="csX4" fmla="*/ 329 w 2526661"/>
                <a:gd name="csY4" fmla="*/ 639409 h 1368186"/>
                <a:gd name="csX0" fmla="*/ 329 w 2522603"/>
                <a:gd name="csY0" fmla="*/ 639409 h 1368186"/>
                <a:gd name="csX1" fmla="*/ 2522603 w 2522603"/>
                <a:gd name="csY1" fmla="*/ 48 h 1368186"/>
                <a:gd name="csX2" fmla="*/ 2518146 w 2522603"/>
                <a:gd name="csY2" fmla="*/ 1368186 h 1368186"/>
                <a:gd name="csX3" fmla="*/ 296 w 2522603"/>
                <a:gd name="csY3" fmla="*/ 1368186 h 1368186"/>
                <a:gd name="csX4" fmla="*/ 329 w 2522603"/>
                <a:gd name="csY4" fmla="*/ 639409 h 13681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22603" h="1368186">
                  <a:moveTo>
                    <a:pt x="329" y="639409"/>
                  </a:moveTo>
                  <a:cubicBezTo>
                    <a:pt x="2015633" y="584121"/>
                    <a:pt x="1193681" y="-6180"/>
                    <a:pt x="2522603" y="48"/>
                  </a:cubicBezTo>
                  <a:cubicBezTo>
                    <a:pt x="2518280" y="608848"/>
                    <a:pt x="2522469" y="759386"/>
                    <a:pt x="2518146" y="1368186"/>
                  </a:cubicBezTo>
                  <a:lnTo>
                    <a:pt x="296" y="1368186"/>
                  </a:lnTo>
                  <a:cubicBezTo>
                    <a:pt x="11104" y="817752"/>
                    <a:pt x="-2211" y="1469488"/>
                    <a:pt x="329" y="639409"/>
                  </a:cubicBezTo>
                  <a:close/>
                </a:path>
              </a:pathLst>
            </a:cu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endParaRPr>
            </a:p>
          </p:txBody>
        </p:sp>
        <p:sp>
          <p:nvSpPr>
            <p:cNvPr id="7" name="Rectangle 22">
              <a:extLst>
                <a:ext uri="{FF2B5EF4-FFF2-40B4-BE49-F238E27FC236}">
                  <a16:creationId xmlns:a16="http://schemas.microsoft.com/office/drawing/2014/main" id="{095F5BB8-3D24-E09E-F82E-60AA4502C818}"/>
                </a:ext>
              </a:extLst>
            </p:cNvPr>
            <p:cNvSpPr/>
            <p:nvPr/>
          </p:nvSpPr>
          <p:spPr>
            <a:xfrm>
              <a:off x="9116419" y="2122804"/>
              <a:ext cx="2348089" cy="3514276"/>
            </a:xfrm>
            <a:custGeom>
              <a:avLst/>
              <a:gdLst>
                <a:gd name="connsiteX0" fmla="*/ 0 w 2517850"/>
                <a:gd name="connsiteY0" fmla="*/ 0 h 3960000"/>
                <a:gd name="connsiteX1" fmla="*/ 2517850 w 2517850"/>
                <a:gd name="connsiteY1" fmla="*/ 0 h 3960000"/>
                <a:gd name="connsiteX2" fmla="*/ 2517850 w 2517850"/>
                <a:gd name="connsiteY2" fmla="*/ 3960000 h 3960000"/>
                <a:gd name="connsiteX3" fmla="*/ 0 w 2517850"/>
                <a:gd name="connsiteY3" fmla="*/ 3960000 h 3960000"/>
                <a:gd name="connsiteX4" fmla="*/ 0 w 2517850"/>
                <a:gd name="connsiteY4" fmla="*/ 0 h 3960000"/>
                <a:gd name="connsiteX0" fmla="*/ 0 w 2528483"/>
                <a:gd name="connsiteY0" fmla="*/ 1174898 h 3960000"/>
                <a:gd name="connsiteX1" fmla="*/ 2528483 w 2528483"/>
                <a:gd name="connsiteY1" fmla="*/ 0 h 3960000"/>
                <a:gd name="connsiteX2" fmla="*/ 2528483 w 2528483"/>
                <a:gd name="connsiteY2" fmla="*/ 3960000 h 3960000"/>
                <a:gd name="connsiteX3" fmla="*/ 10633 w 2528483"/>
                <a:gd name="connsiteY3" fmla="*/ 3960000 h 3960000"/>
                <a:gd name="connsiteX4" fmla="*/ 0 w 2528483"/>
                <a:gd name="connsiteY4" fmla="*/ 1174898 h 3960000"/>
                <a:gd name="connsiteX0" fmla="*/ 0 w 2528483"/>
                <a:gd name="connsiteY0" fmla="*/ 1174898 h 3960000"/>
                <a:gd name="connsiteX1" fmla="*/ 2528483 w 2528483"/>
                <a:gd name="connsiteY1" fmla="*/ 0 h 3960000"/>
                <a:gd name="connsiteX2" fmla="*/ 2528483 w 2528483"/>
                <a:gd name="connsiteY2" fmla="*/ 3960000 h 3960000"/>
                <a:gd name="connsiteX3" fmla="*/ 10633 w 2528483"/>
                <a:gd name="connsiteY3" fmla="*/ 3960000 h 3960000"/>
                <a:gd name="connsiteX4" fmla="*/ 0 w 2528483"/>
                <a:gd name="connsiteY4" fmla="*/ 1174898 h 3960000"/>
                <a:gd name="connsiteX0" fmla="*/ 0 w 2539115"/>
                <a:gd name="connsiteY0" fmla="*/ 1174898 h 3960000"/>
                <a:gd name="connsiteX1" fmla="*/ 2539115 w 2539115"/>
                <a:gd name="connsiteY1" fmla="*/ 0 h 3960000"/>
                <a:gd name="connsiteX2" fmla="*/ 2528483 w 2539115"/>
                <a:gd name="connsiteY2" fmla="*/ 3960000 h 3960000"/>
                <a:gd name="connsiteX3" fmla="*/ 10633 w 2539115"/>
                <a:gd name="connsiteY3" fmla="*/ 3960000 h 3960000"/>
                <a:gd name="connsiteX4" fmla="*/ 0 w 2539115"/>
                <a:gd name="connsiteY4" fmla="*/ 1174898 h 3960000"/>
                <a:gd name="csX0" fmla="*/ 0 w 2547383"/>
                <a:gd name="csY0" fmla="*/ 869356 h 4285991"/>
                <a:gd name="csX1" fmla="*/ 2547383 w 2547383"/>
                <a:gd name="csY1" fmla="*/ 325991 h 4285991"/>
                <a:gd name="csX2" fmla="*/ 2536751 w 2547383"/>
                <a:gd name="csY2" fmla="*/ 4285991 h 4285991"/>
                <a:gd name="csX3" fmla="*/ 18901 w 2547383"/>
                <a:gd name="csY3" fmla="*/ 4285991 h 4285991"/>
                <a:gd name="csX4" fmla="*/ 0 w 2547383"/>
                <a:gd name="csY4" fmla="*/ 869356 h 4285991"/>
                <a:gd name="csX0" fmla="*/ 0 w 2539116"/>
                <a:gd name="csY0" fmla="*/ 891574 h 4238039"/>
                <a:gd name="csX1" fmla="*/ 2539116 w 2539116"/>
                <a:gd name="csY1" fmla="*/ 278039 h 4238039"/>
                <a:gd name="csX2" fmla="*/ 2528484 w 2539116"/>
                <a:gd name="csY2" fmla="*/ 4238039 h 4238039"/>
                <a:gd name="csX3" fmla="*/ 10634 w 2539116"/>
                <a:gd name="csY3" fmla="*/ 4238039 h 4238039"/>
                <a:gd name="csX4" fmla="*/ 0 w 2539116"/>
                <a:gd name="csY4" fmla="*/ 891574 h 4238039"/>
                <a:gd name="csX0" fmla="*/ 0 w 2539116"/>
                <a:gd name="csY0" fmla="*/ 872459 h 4279070"/>
                <a:gd name="csX1" fmla="*/ 2539116 w 2539116"/>
                <a:gd name="csY1" fmla="*/ 319070 h 4279070"/>
                <a:gd name="csX2" fmla="*/ 2528484 w 2539116"/>
                <a:gd name="csY2" fmla="*/ 4279070 h 4279070"/>
                <a:gd name="csX3" fmla="*/ 10634 w 2539116"/>
                <a:gd name="csY3" fmla="*/ 4279070 h 4279070"/>
                <a:gd name="csX4" fmla="*/ 0 w 2539116"/>
                <a:gd name="csY4" fmla="*/ 872459 h 4279070"/>
                <a:gd name="csX0" fmla="*/ 0 w 2528484"/>
                <a:gd name="csY0" fmla="*/ 1585896 h 4992507"/>
                <a:gd name="csX1" fmla="*/ 2497778 w 2528484"/>
                <a:gd name="csY1" fmla="*/ 0 h 4992507"/>
                <a:gd name="csX2" fmla="*/ 2528484 w 2528484"/>
                <a:gd name="csY2" fmla="*/ 4992507 h 4992507"/>
                <a:gd name="csX3" fmla="*/ 10634 w 2528484"/>
                <a:gd name="csY3" fmla="*/ 4992507 h 4992507"/>
                <a:gd name="csX4" fmla="*/ 0 w 2528484"/>
                <a:gd name="csY4" fmla="*/ 1585896 h 4992507"/>
                <a:gd name="csX0" fmla="*/ 0 w 2528484"/>
                <a:gd name="csY0" fmla="*/ 1585896 h 4992507"/>
                <a:gd name="csX1" fmla="*/ 2497778 w 2528484"/>
                <a:gd name="csY1" fmla="*/ 0 h 4992507"/>
                <a:gd name="csX2" fmla="*/ 2528484 w 2528484"/>
                <a:gd name="csY2" fmla="*/ 4992507 h 4992507"/>
                <a:gd name="csX3" fmla="*/ 10634 w 2528484"/>
                <a:gd name="csY3" fmla="*/ 4992507 h 4992507"/>
                <a:gd name="csX4" fmla="*/ 0 w 2528484"/>
                <a:gd name="csY4" fmla="*/ 1585896 h 4992507"/>
                <a:gd name="csX0" fmla="*/ 0 w 2528484"/>
                <a:gd name="csY0" fmla="*/ 1585896 h 4992507"/>
                <a:gd name="csX1" fmla="*/ 2497778 w 2528484"/>
                <a:gd name="csY1" fmla="*/ 0 h 4992507"/>
                <a:gd name="csX2" fmla="*/ 2528484 w 2528484"/>
                <a:gd name="csY2" fmla="*/ 4992507 h 4992507"/>
                <a:gd name="csX3" fmla="*/ 10634 w 2528484"/>
                <a:gd name="csY3" fmla="*/ 4992507 h 4992507"/>
                <a:gd name="csX4" fmla="*/ 0 w 2528484"/>
                <a:gd name="csY4" fmla="*/ 1585896 h 4992507"/>
                <a:gd name="csX0" fmla="*/ 0 w 2528484"/>
                <a:gd name="csY0" fmla="*/ 1585896 h 4992507"/>
                <a:gd name="csX1" fmla="*/ 2497778 w 2528484"/>
                <a:gd name="csY1" fmla="*/ 0 h 4992507"/>
                <a:gd name="csX2" fmla="*/ 2528484 w 2528484"/>
                <a:gd name="csY2" fmla="*/ 4992507 h 4992507"/>
                <a:gd name="csX3" fmla="*/ 10634 w 2528484"/>
                <a:gd name="csY3" fmla="*/ 4992507 h 4992507"/>
                <a:gd name="csX4" fmla="*/ 0 w 2528484"/>
                <a:gd name="csY4" fmla="*/ 1585896 h 4992507"/>
                <a:gd name="csX0" fmla="*/ 0 w 2528484"/>
                <a:gd name="csY0" fmla="*/ 1585896 h 4992507"/>
                <a:gd name="csX1" fmla="*/ 2497778 w 2528484"/>
                <a:gd name="csY1" fmla="*/ 0 h 4992507"/>
                <a:gd name="csX2" fmla="*/ 2528484 w 2528484"/>
                <a:gd name="csY2" fmla="*/ 4992507 h 4992507"/>
                <a:gd name="csX3" fmla="*/ 10634 w 2528484"/>
                <a:gd name="csY3" fmla="*/ 4992507 h 4992507"/>
                <a:gd name="csX4" fmla="*/ 0 w 2528484"/>
                <a:gd name="csY4" fmla="*/ 1585896 h 4992507"/>
                <a:gd name="csX0" fmla="*/ 0 w 2512179"/>
                <a:gd name="csY0" fmla="*/ 1585896 h 4992507"/>
                <a:gd name="csX1" fmla="*/ 2497778 w 2512179"/>
                <a:gd name="csY1" fmla="*/ 0 h 4992507"/>
                <a:gd name="csX2" fmla="*/ 2512179 w 2512179"/>
                <a:gd name="csY2" fmla="*/ 4992507 h 4992507"/>
                <a:gd name="csX3" fmla="*/ 10634 w 2512179"/>
                <a:gd name="csY3" fmla="*/ 4992507 h 4992507"/>
                <a:gd name="csX4" fmla="*/ 0 w 2512179"/>
                <a:gd name="csY4" fmla="*/ 1585896 h 4992507"/>
                <a:gd name="csX0" fmla="*/ 0 w 2512179"/>
                <a:gd name="csY0" fmla="*/ 1585896 h 4992507"/>
                <a:gd name="csX1" fmla="*/ 2497778 w 2512179"/>
                <a:gd name="csY1" fmla="*/ 0 h 4992507"/>
                <a:gd name="csX2" fmla="*/ 2512179 w 2512179"/>
                <a:gd name="csY2" fmla="*/ 4992507 h 4992507"/>
                <a:gd name="csX3" fmla="*/ 6557 w 2512179"/>
                <a:gd name="csY3" fmla="*/ 4976269 h 4992507"/>
                <a:gd name="csX4" fmla="*/ 0 w 2512179"/>
                <a:gd name="csY4" fmla="*/ 1585896 h 4992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12179" h="4992507">
                  <a:moveTo>
                    <a:pt x="0" y="1585896"/>
                  </a:moveTo>
                  <a:cubicBezTo>
                    <a:pt x="1624754" y="1317953"/>
                    <a:pt x="1233301" y="80880"/>
                    <a:pt x="2497778" y="0"/>
                  </a:cubicBezTo>
                  <a:cubicBezTo>
                    <a:pt x="2502578" y="1664169"/>
                    <a:pt x="2507379" y="3328338"/>
                    <a:pt x="2512179" y="4992507"/>
                  </a:cubicBezTo>
                  <a:lnTo>
                    <a:pt x="6557" y="4976269"/>
                  </a:lnTo>
                  <a:cubicBezTo>
                    <a:pt x="3013" y="4047902"/>
                    <a:pt x="3544" y="2514263"/>
                    <a:pt x="0" y="1585896"/>
                  </a:cubicBezTo>
                  <a:close/>
                </a:path>
              </a:pathLst>
            </a:cu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endParaRPr>
            </a:p>
          </p:txBody>
        </p:sp>
        <p:sp>
          <p:nvSpPr>
            <p:cNvPr id="8" name="Rectangle 20">
              <a:extLst>
                <a:ext uri="{FF2B5EF4-FFF2-40B4-BE49-F238E27FC236}">
                  <a16:creationId xmlns:a16="http://schemas.microsoft.com/office/drawing/2014/main" id="{F9686BF7-C5BF-6C0D-3520-0F050EAAA341}"/>
                </a:ext>
              </a:extLst>
            </p:cNvPr>
            <p:cNvSpPr/>
            <p:nvPr/>
          </p:nvSpPr>
          <p:spPr>
            <a:xfrm>
              <a:off x="4376440" y="4025044"/>
              <a:ext cx="2383657" cy="1612037"/>
            </a:xfrm>
            <a:custGeom>
              <a:avLst/>
              <a:gdLst>
                <a:gd name="connsiteX0" fmla="*/ 0 w 2517850"/>
                <a:gd name="connsiteY0" fmla="*/ 0 h 3960000"/>
                <a:gd name="connsiteX1" fmla="*/ 2517850 w 2517850"/>
                <a:gd name="connsiteY1" fmla="*/ 0 h 3960000"/>
                <a:gd name="connsiteX2" fmla="*/ 2517850 w 2517850"/>
                <a:gd name="connsiteY2" fmla="*/ 3960000 h 3960000"/>
                <a:gd name="connsiteX3" fmla="*/ 0 w 2517850"/>
                <a:gd name="connsiteY3" fmla="*/ 3960000 h 3960000"/>
                <a:gd name="connsiteX4" fmla="*/ 0 w 2517850"/>
                <a:gd name="connsiteY4" fmla="*/ 0 h 3960000"/>
                <a:gd name="connsiteX0" fmla="*/ 10632 w 2517850"/>
                <a:gd name="connsiteY0" fmla="*/ 2137145 h 3960000"/>
                <a:gd name="connsiteX1" fmla="*/ 2517850 w 2517850"/>
                <a:gd name="connsiteY1" fmla="*/ 0 h 3960000"/>
                <a:gd name="connsiteX2" fmla="*/ 2517850 w 2517850"/>
                <a:gd name="connsiteY2" fmla="*/ 3960000 h 3960000"/>
                <a:gd name="connsiteX3" fmla="*/ 0 w 2517850"/>
                <a:gd name="connsiteY3" fmla="*/ 3960000 h 3960000"/>
                <a:gd name="connsiteX4" fmla="*/ 10632 w 2517850"/>
                <a:gd name="connsiteY4" fmla="*/ 2137145 h 3960000"/>
                <a:gd name="connsiteX0" fmla="*/ 10632 w 2528482"/>
                <a:gd name="connsiteY0" fmla="*/ 446569 h 2269424"/>
                <a:gd name="connsiteX1" fmla="*/ 2528482 w 2528482"/>
                <a:gd name="connsiteY1" fmla="*/ 0 h 2269424"/>
                <a:gd name="connsiteX2" fmla="*/ 2517850 w 2528482"/>
                <a:gd name="connsiteY2" fmla="*/ 2269424 h 2269424"/>
                <a:gd name="connsiteX3" fmla="*/ 0 w 2528482"/>
                <a:gd name="connsiteY3" fmla="*/ 2269424 h 2269424"/>
                <a:gd name="connsiteX4" fmla="*/ 10632 w 2528482"/>
                <a:gd name="connsiteY4" fmla="*/ 446569 h 2269424"/>
                <a:gd name="connsiteX0" fmla="*/ 10632 w 2528482"/>
                <a:gd name="connsiteY0" fmla="*/ 1007206 h 2830061"/>
                <a:gd name="connsiteX1" fmla="*/ 2528482 w 2528482"/>
                <a:gd name="connsiteY1" fmla="*/ 560637 h 2830061"/>
                <a:gd name="connsiteX2" fmla="*/ 2517850 w 2528482"/>
                <a:gd name="connsiteY2" fmla="*/ 2830061 h 2830061"/>
                <a:gd name="connsiteX3" fmla="*/ 0 w 2528482"/>
                <a:gd name="connsiteY3" fmla="*/ 2830061 h 2830061"/>
                <a:gd name="connsiteX4" fmla="*/ 10632 w 2528482"/>
                <a:gd name="connsiteY4" fmla="*/ 1007206 h 2830061"/>
                <a:gd name="csX0" fmla="*/ 2364 w 2528482"/>
                <a:gd name="csY0" fmla="*/ 1401481 h 2747508"/>
                <a:gd name="csX1" fmla="*/ 2528482 w 2528482"/>
                <a:gd name="csY1" fmla="*/ 478084 h 2747508"/>
                <a:gd name="csX2" fmla="*/ 2517850 w 2528482"/>
                <a:gd name="csY2" fmla="*/ 2747508 h 2747508"/>
                <a:gd name="csX3" fmla="*/ 0 w 2528482"/>
                <a:gd name="csY3" fmla="*/ 2747508 h 2747508"/>
                <a:gd name="csX4" fmla="*/ 2364 w 2528482"/>
                <a:gd name="csY4" fmla="*/ 1401481 h 2747508"/>
                <a:gd name="csX0" fmla="*/ 2364 w 2528482"/>
                <a:gd name="csY0" fmla="*/ 923415 h 2269442"/>
                <a:gd name="csX1" fmla="*/ 2528482 w 2528482"/>
                <a:gd name="csY1" fmla="*/ 18 h 2269442"/>
                <a:gd name="csX2" fmla="*/ 2517850 w 2528482"/>
                <a:gd name="csY2" fmla="*/ 2269442 h 2269442"/>
                <a:gd name="csX3" fmla="*/ 0 w 2528482"/>
                <a:gd name="csY3" fmla="*/ 2269442 h 2269442"/>
                <a:gd name="csX4" fmla="*/ 2364 w 2528482"/>
                <a:gd name="csY4" fmla="*/ 923415 h 2269442"/>
                <a:gd name="csX0" fmla="*/ 2364 w 2528482"/>
                <a:gd name="csY0" fmla="*/ 923431 h 2269458"/>
                <a:gd name="csX1" fmla="*/ 2528482 w 2528482"/>
                <a:gd name="csY1" fmla="*/ 34 h 2269458"/>
                <a:gd name="csX2" fmla="*/ 2517850 w 2528482"/>
                <a:gd name="csY2" fmla="*/ 2269458 h 2269458"/>
                <a:gd name="csX3" fmla="*/ 0 w 2528482"/>
                <a:gd name="csY3" fmla="*/ 2269458 h 2269458"/>
                <a:gd name="csX4" fmla="*/ 2364 w 2528482"/>
                <a:gd name="csY4" fmla="*/ 923431 h 2269458"/>
                <a:gd name="csX0" fmla="*/ 2364 w 2528482"/>
                <a:gd name="csY0" fmla="*/ 903568 h 2269462"/>
                <a:gd name="csX1" fmla="*/ 2528482 w 2528482"/>
                <a:gd name="csY1" fmla="*/ 38 h 2269462"/>
                <a:gd name="csX2" fmla="*/ 2517850 w 2528482"/>
                <a:gd name="csY2" fmla="*/ 2269462 h 2269462"/>
                <a:gd name="csX3" fmla="*/ 0 w 2528482"/>
                <a:gd name="csY3" fmla="*/ 2269462 h 2269462"/>
                <a:gd name="csX4" fmla="*/ 2364 w 2528482"/>
                <a:gd name="csY4" fmla="*/ 903568 h 2269462"/>
                <a:gd name="csX0" fmla="*/ 2364 w 2542196"/>
                <a:gd name="csY0" fmla="*/ 903568 h 2274826"/>
                <a:gd name="csX1" fmla="*/ 2528482 w 2542196"/>
                <a:gd name="csY1" fmla="*/ 38 h 2274826"/>
                <a:gd name="csX2" fmla="*/ 2542196 w 2542196"/>
                <a:gd name="csY2" fmla="*/ 2274826 h 2274826"/>
                <a:gd name="csX3" fmla="*/ 0 w 2542196"/>
                <a:gd name="csY3" fmla="*/ 2269462 h 2274826"/>
                <a:gd name="csX4" fmla="*/ 2364 w 2542196"/>
                <a:gd name="csY4" fmla="*/ 903568 h 2274826"/>
                <a:gd name="csX0" fmla="*/ 723 w 2546641"/>
                <a:gd name="csY0" fmla="*/ 903569 h 2274826"/>
                <a:gd name="csX1" fmla="*/ 2532927 w 2546641"/>
                <a:gd name="csY1" fmla="*/ 38 h 2274826"/>
                <a:gd name="csX2" fmla="*/ 2546641 w 2546641"/>
                <a:gd name="csY2" fmla="*/ 2274826 h 2274826"/>
                <a:gd name="csX3" fmla="*/ 4445 w 2546641"/>
                <a:gd name="csY3" fmla="*/ 2269462 h 2274826"/>
                <a:gd name="csX4" fmla="*/ 723 w 2546641"/>
                <a:gd name="csY4" fmla="*/ 903569 h 2274826"/>
                <a:gd name="csX0" fmla="*/ 2365 w 2542196"/>
                <a:gd name="csY0" fmla="*/ 898205 h 2274826"/>
                <a:gd name="csX1" fmla="*/ 2528482 w 2542196"/>
                <a:gd name="csY1" fmla="*/ 38 h 2274826"/>
                <a:gd name="csX2" fmla="*/ 2542196 w 2542196"/>
                <a:gd name="csY2" fmla="*/ 2274826 h 2274826"/>
                <a:gd name="csX3" fmla="*/ 0 w 2542196"/>
                <a:gd name="csY3" fmla="*/ 2269462 h 2274826"/>
                <a:gd name="csX4" fmla="*/ 2365 w 2542196"/>
                <a:gd name="csY4" fmla="*/ 898205 h 2274826"/>
                <a:gd name="csX0" fmla="*/ 860 w 2544748"/>
                <a:gd name="csY0" fmla="*/ 900887 h 2274826"/>
                <a:gd name="csX1" fmla="*/ 2531034 w 2544748"/>
                <a:gd name="csY1" fmla="*/ 38 h 2274826"/>
                <a:gd name="csX2" fmla="*/ 2544748 w 2544748"/>
                <a:gd name="csY2" fmla="*/ 2274826 h 2274826"/>
                <a:gd name="csX3" fmla="*/ 2552 w 2544748"/>
                <a:gd name="csY3" fmla="*/ 2269462 h 2274826"/>
                <a:gd name="csX4" fmla="*/ 860 w 2544748"/>
                <a:gd name="csY4" fmla="*/ 900887 h 2274826"/>
                <a:gd name="csX0" fmla="*/ 860 w 2538661"/>
                <a:gd name="csY0" fmla="*/ 900887 h 2269462"/>
                <a:gd name="csX1" fmla="*/ 2531034 w 2538661"/>
                <a:gd name="csY1" fmla="*/ 38 h 2269462"/>
                <a:gd name="csX2" fmla="*/ 2538661 w 2538661"/>
                <a:gd name="csY2" fmla="*/ 2264098 h 2269462"/>
                <a:gd name="csX3" fmla="*/ 2552 w 2538661"/>
                <a:gd name="csY3" fmla="*/ 2269462 h 2269462"/>
                <a:gd name="csX4" fmla="*/ 860 w 2538661"/>
                <a:gd name="csY4" fmla="*/ 900887 h 22694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38661" h="2269462">
                  <a:moveTo>
                    <a:pt x="860" y="900887"/>
                  </a:moveTo>
                  <a:cubicBezTo>
                    <a:pt x="1691711" y="344740"/>
                    <a:pt x="469594" y="-4172"/>
                    <a:pt x="2531034" y="38"/>
                  </a:cubicBezTo>
                  <a:cubicBezTo>
                    <a:pt x="2535605" y="758301"/>
                    <a:pt x="2534090" y="1505835"/>
                    <a:pt x="2538661" y="2264098"/>
                  </a:cubicBezTo>
                  <a:lnTo>
                    <a:pt x="2552" y="2269462"/>
                  </a:lnTo>
                  <a:cubicBezTo>
                    <a:pt x="6096" y="1661844"/>
                    <a:pt x="-2684" y="1508505"/>
                    <a:pt x="860" y="900887"/>
                  </a:cubicBezTo>
                  <a:close/>
                </a:path>
              </a:pathLst>
            </a:cu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endParaRPr>
            </a:p>
          </p:txBody>
        </p:sp>
        <p:sp>
          <p:nvSpPr>
            <p:cNvPr id="10" name="Rectangle 21">
              <a:extLst>
                <a:ext uri="{FF2B5EF4-FFF2-40B4-BE49-F238E27FC236}">
                  <a16:creationId xmlns:a16="http://schemas.microsoft.com/office/drawing/2014/main" id="{976BCF25-B23D-BF8B-CA1E-D5A35FEA06C1}"/>
                </a:ext>
              </a:extLst>
            </p:cNvPr>
            <p:cNvSpPr/>
            <p:nvPr/>
          </p:nvSpPr>
          <p:spPr>
            <a:xfrm>
              <a:off x="6755480" y="3240214"/>
              <a:ext cx="2367742" cy="2396865"/>
            </a:xfrm>
            <a:custGeom>
              <a:avLst/>
              <a:gdLst>
                <a:gd name="connsiteX0" fmla="*/ 0 w 2517850"/>
                <a:gd name="connsiteY0" fmla="*/ 0 h 3960000"/>
                <a:gd name="connsiteX1" fmla="*/ 2517850 w 2517850"/>
                <a:gd name="connsiteY1" fmla="*/ 0 h 3960000"/>
                <a:gd name="connsiteX2" fmla="*/ 2517850 w 2517850"/>
                <a:gd name="connsiteY2" fmla="*/ 3960000 h 3960000"/>
                <a:gd name="connsiteX3" fmla="*/ 0 w 2517850"/>
                <a:gd name="connsiteY3" fmla="*/ 3960000 h 3960000"/>
                <a:gd name="connsiteX4" fmla="*/ 0 w 2517850"/>
                <a:gd name="connsiteY4" fmla="*/ 0 h 3960000"/>
                <a:gd name="connsiteX0" fmla="*/ 0 w 2517850"/>
                <a:gd name="connsiteY0" fmla="*/ 1663995 h 3960000"/>
                <a:gd name="connsiteX1" fmla="*/ 2517850 w 2517850"/>
                <a:gd name="connsiteY1" fmla="*/ 0 h 3960000"/>
                <a:gd name="connsiteX2" fmla="*/ 2517850 w 2517850"/>
                <a:gd name="connsiteY2" fmla="*/ 3960000 h 3960000"/>
                <a:gd name="connsiteX3" fmla="*/ 0 w 2517850"/>
                <a:gd name="connsiteY3" fmla="*/ 3960000 h 3960000"/>
                <a:gd name="connsiteX4" fmla="*/ 0 w 2517850"/>
                <a:gd name="connsiteY4" fmla="*/ 1663995 h 3960000"/>
                <a:gd name="connsiteX0" fmla="*/ 0 w 2517850"/>
                <a:gd name="connsiteY0" fmla="*/ 478464 h 2774469"/>
                <a:gd name="connsiteX1" fmla="*/ 2512534 w 2517850"/>
                <a:gd name="connsiteY1" fmla="*/ 0 h 2774469"/>
                <a:gd name="connsiteX2" fmla="*/ 2517850 w 2517850"/>
                <a:gd name="connsiteY2" fmla="*/ 2774469 h 2774469"/>
                <a:gd name="connsiteX3" fmla="*/ 0 w 2517850"/>
                <a:gd name="connsiteY3" fmla="*/ 2774469 h 2774469"/>
                <a:gd name="connsiteX4" fmla="*/ 0 w 2517850"/>
                <a:gd name="connsiteY4" fmla="*/ 478464 h 2774469"/>
                <a:gd name="connsiteX0" fmla="*/ 0 w 2517850"/>
                <a:gd name="connsiteY0" fmla="*/ 1002045 h 3298050"/>
                <a:gd name="connsiteX1" fmla="*/ 2512534 w 2517850"/>
                <a:gd name="connsiteY1" fmla="*/ 523581 h 3298050"/>
                <a:gd name="connsiteX2" fmla="*/ 2517850 w 2517850"/>
                <a:gd name="connsiteY2" fmla="*/ 3298050 h 3298050"/>
                <a:gd name="connsiteX3" fmla="*/ 0 w 2517850"/>
                <a:gd name="connsiteY3" fmla="*/ 3298050 h 3298050"/>
                <a:gd name="connsiteX4" fmla="*/ 0 w 2517850"/>
                <a:gd name="connsiteY4" fmla="*/ 1002045 h 3298050"/>
                <a:gd name="csX0" fmla="*/ 0 w 2530082"/>
                <a:gd name="csY0" fmla="*/ 1013973 h 3295157"/>
                <a:gd name="csX1" fmla="*/ 2524766 w 2530082"/>
                <a:gd name="csY1" fmla="*/ 520688 h 3295157"/>
                <a:gd name="csX2" fmla="*/ 2530082 w 2530082"/>
                <a:gd name="csY2" fmla="*/ 3295157 h 3295157"/>
                <a:gd name="csX3" fmla="*/ 12232 w 2530082"/>
                <a:gd name="csY3" fmla="*/ 3295157 h 3295157"/>
                <a:gd name="csX4" fmla="*/ 0 w 2530082"/>
                <a:gd name="csY4" fmla="*/ 1013973 h 3295157"/>
                <a:gd name="csX0" fmla="*/ 0 w 2530082"/>
                <a:gd name="csY0" fmla="*/ 1016526 h 3297710"/>
                <a:gd name="csX1" fmla="*/ 2524766 w 2530082"/>
                <a:gd name="csY1" fmla="*/ 523241 h 3297710"/>
                <a:gd name="csX2" fmla="*/ 2530082 w 2530082"/>
                <a:gd name="csY2" fmla="*/ 3297710 h 3297710"/>
                <a:gd name="csX3" fmla="*/ 12232 w 2530082"/>
                <a:gd name="csY3" fmla="*/ 3297710 h 3297710"/>
                <a:gd name="csX4" fmla="*/ 0 w 2530082"/>
                <a:gd name="csY4" fmla="*/ 1016526 h 3297710"/>
                <a:gd name="csX0" fmla="*/ 0 w 2530082"/>
                <a:gd name="csY0" fmla="*/ 562450 h 2843634"/>
                <a:gd name="csX1" fmla="*/ 2524766 w 2530082"/>
                <a:gd name="csY1" fmla="*/ 69165 h 2843634"/>
                <a:gd name="csX2" fmla="*/ 2530082 w 2530082"/>
                <a:gd name="csY2" fmla="*/ 2843634 h 2843634"/>
                <a:gd name="csX3" fmla="*/ 12232 w 2530082"/>
                <a:gd name="csY3" fmla="*/ 2843634 h 2843634"/>
                <a:gd name="csX4" fmla="*/ 0 w 2530082"/>
                <a:gd name="csY4" fmla="*/ 562450 h 2843634"/>
                <a:gd name="csX0" fmla="*/ 0 w 2530082"/>
                <a:gd name="csY0" fmla="*/ 613686 h 2894870"/>
                <a:gd name="csX1" fmla="*/ 2524766 w 2530082"/>
                <a:gd name="csY1" fmla="*/ 120401 h 2894870"/>
                <a:gd name="csX2" fmla="*/ 2530082 w 2530082"/>
                <a:gd name="csY2" fmla="*/ 2894870 h 2894870"/>
                <a:gd name="csX3" fmla="*/ 12232 w 2530082"/>
                <a:gd name="csY3" fmla="*/ 2894870 h 2894870"/>
                <a:gd name="csX4" fmla="*/ 0 w 2530082"/>
                <a:gd name="csY4" fmla="*/ 613686 h 2894870"/>
                <a:gd name="csX0" fmla="*/ 0 w 2530082"/>
                <a:gd name="csY0" fmla="*/ 1814977 h 4096161"/>
                <a:gd name="csX1" fmla="*/ 2512534 w 2530082"/>
                <a:gd name="csY1" fmla="*/ 32288 h 4096161"/>
                <a:gd name="csX2" fmla="*/ 2530082 w 2530082"/>
                <a:gd name="csY2" fmla="*/ 4096161 h 4096161"/>
                <a:gd name="csX3" fmla="*/ 12232 w 2530082"/>
                <a:gd name="csY3" fmla="*/ 4096161 h 4096161"/>
                <a:gd name="csX4" fmla="*/ 0 w 2530082"/>
                <a:gd name="csY4" fmla="*/ 1814977 h 4096161"/>
                <a:gd name="csX0" fmla="*/ 0 w 2521834"/>
                <a:gd name="csY0" fmla="*/ 1360238 h 4108381"/>
                <a:gd name="csX1" fmla="*/ 2504286 w 2521834"/>
                <a:gd name="csY1" fmla="*/ 44508 h 4108381"/>
                <a:gd name="csX2" fmla="*/ 2521834 w 2521834"/>
                <a:gd name="csY2" fmla="*/ 4108381 h 4108381"/>
                <a:gd name="csX3" fmla="*/ 3984 w 2521834"/>
                <a:gd name="csY3" fmla="*/ 4108381 h 4108381"/>
                <a:gd name="csX4" fmla="*/ 0 w 2521834"/>
                <a:gd name="csY4" fmla="*/ 1360238 h 4108381"/>
                <a:gd name="csX0" fmla="*/ 0 w 2521834"/>
                <a:gd name="csY0" fmla="*/ 1315730 h 4063873"/>
                <a:gd name="csX1" fmla="*/ 2504286 w 2521834"/>
                <a:gd name="csY1" fmla="*/ 0 h 4063873"/>
                <a:gd name="csX2" fmla="*/ 2521834 w 2521834"/>
                <a:gd name="csY2" fmla="*/ 4063873 h 4063873"/>
                <a:gd name="csX3" fmla="*/ 3984 w 2521834"/>
                <a:gd name="csY3" fmla="*/ 4063873 h 4063873"/>
                <a:gd name="csX4" fmla="*/ 0 w 2521834"/>
                <a:gd name="csY4" fmla="*/ 1315730 h 4063873"/>
                <a:gd name="csX0" fmla="*/ 0 w 2521834"/>
                <a:gd name="csY0" fmla="*/ 1315730 h 4063873"/>
                <a:gd name="csX1" fmla="*/ 2504286 w 2521834"/>
                <a:gd name="csY1" fmla="*/ 0 h 4063873"/>
                <a:gd name="csX2" fmla="*/ 2521834 w 2521834"/>
                <a:gd name="csY2" fmla="*/ 4063873 h 4063873"/>
                <a:gd name="csX3" fmla="*/ 3984 w 2521834"/>
                <a:gd name="csY3" fmla="*/ 4063873 h 4063873"/>
                <a:gd name="csX4" fmla="*/ 0 w 2521834"/>
                <a:gd name="csY4" fmla="*/ 1315730 h 4063873"/>
                <a:gd name="csX0" fmla="*/ 0 w 2521834"/>
                <a:gd name="csY0" fmla="*/ 1315730 h 4063873"/>
                <a:gd name="csX1" fmla="*/ 2504286 w 2521834"/>
                <a:gd name="csY1" fmla="*/ 0 h 4063873"/>
                <a:gd name="csX2" fmla="*/ 2521834 w 2521834"/>
                <a:gd name="csY2" fmla="*/ 4063873 h 4063873"/>
                <a:gd name="csX3" fmla="*/ 3984 w 2521834"/>
                <a:gd name="csY3" fmla="*/ 4063873 h 4063873"/>
                <a:gd name="csX4" fmla="*/ 0 w 2521834"/>
                <a:gd name="csY4" fmla="*/ 1315730 h 4063873"/>
                <a:gd name="csX0" fmla="*/ 0 w 2521834"/>
                <a:gd name="csY0" fmla="*/ 1315730 h 4063873"/>
                <a:gd name="csX1" fmla="*/ 2504286 w 2521834"/>
                <a:gd name="csY1" fmla="*/ 0 h 4063873"/>
                <a:gd name="csX2" fmla="*/ 2521834 w 2521834"/>
                <a:gd name="csY2" fmla="*/ 4063873 h 4063873"/>
                <a:gd name="csX3" fmla="*/ 3984 w 2521834"/>
                <a:gd name="csY3" fmla="*/ 4063873 h 4063873"/>
                <a:gd name="csX4" fmla="*/ 0 w 2521834"/>
                <a:gd name="csY4" fmla="*/ 1315730 h 4063873"/>
                <a:gd name="csX0" fmla="*/ 0 w 2517786"/>
                <a:gd name="csY0" fmla="*/ 1315730 h 4063873"/>
                <a:gd name="csX1" fmla="*/ 2504286 w 2517786"/>
                <a:gd name="csY1" fmla="*/ 0 h 4063873"/>
                <a:gd name="csX2" fmla="*/ 2517786 w 2517786"/>
                <a:gd name="csY2" fmla="*/ 4063873 h 4063873"/>
                <a:gd name="csX3" fmla="*/ 3984 w 2517786"/>
                <a:gd name="csY3" fmla="*/ 4063873 h 4063873"/>
                <a:gd name="csX4" fmla="*/ 0 w 2517786"/>
                <a:gd name="csY4" fmla="*/ 1315730 h 4063873"/>
                <a:gd name="csX0" fmla="*/ 0 w 2515762"/>
                <a:gd name="csY0" fmla="*/ 1331892 h 4063873"/>
                <a:gd name="csX1" fmla="*/ 2502262 w 2515762"/>
                <a:gd name="csY1" fmla="*/ 0 h 4063873"/>
                <a:gd name="csX2" fmla="*/ 2515762 w 2515762"/>
                <a:gd name="csY2" fmla="*/ 4063873 h 4063873"/>
                <a:gd name="csX3" fmla="*/ 1960 w 2515762"/>
                <a:gd name="csY3" fmla="*/ 4063873 h 4063873"/>
                <a:gd name="csX4" fmla="*/ 0 w 2515762"/>
                <a:gd name="csY4" fmla="*/ 1331892 h 4063873"/>
                <a:gd name="csX0" fmla="*/ 0 w 2515762"/>
                <a:gd name="csY0" fmla="*/ 1335124 h 4067105"/>
                <a:gd name="csX1" fmla="*/ 2510358 w 2515762"/>
                <a:gd name="csY1" fmla="*/ 0 h 4067105"/>
                <a:gd name="csX2" fmla="*/ 2515762 w 2515762"/>
                <a:gd name="csY2" fmla="*/ 4067105 h 4067105"/>
                <a:gd name="csX3" fmla="*/ 1960 w 2515762"/>
                <a:gd name="csY3" fmla="*/ 4067105 h 4067105"/>
                <a:gd name="csX4" fmla="*/ 0 w 2515762"/>
                <a:gd name="csY4" fmla="*/ 1335124 h 40671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15762" h="4067105">
                  <a:moveTo>
                    <a:pt x="0" y="1335124"/>
                  </a:moveTo>
                  <a:cubicBezTo>
                    <a:pt x="1709231" y="1155777"/>
                    <a:pt x="358882" y="18937"/>
                    <a:pt x="2510358" y="0"/>
                  </a:cubicBezTo>
                  <a:cubicBezTo>
                    <a:pt x="2516207" y="1354624"/>
                    <a:pt x="2509913" y="2712481"/>
                    <a:pt x="2515762" y="4067105"/>
                  </a:cubicBezTo>
                  <a:lnTo>
                    <a:pt x="1960" y="4067105"/>
                  </a:lnTo>
                  <a:cubicBezTo>
                    <a:pt x="1960" y="3301770"/>
                    <a:pt x="0" y="2100459"/>
                    <a:pt x="0" y="1335124"/>
                  </a:cubicBezTo>
                  <a:close/>
                </a:path>
              </a:pathLst>
            </a:cu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ihandform 14">
              <a:extLst>
                <a:ext uri="{FF2B5EF4-FFF2-40B4-BE49-F238E27FC236}">
                  <a16:creationId xmlns:a16="http://schemas.microsoft.com/office/drawing/2014/main" id="{A498C435-E0FE-18AC-FACA-1144F7CB623F}"/>
                </a:ext>
              </a:extLst>
            </p:cNvPr>
            <p:cNvSpPr/>
            <p:nvPr/>
          </p:nvSpPr>
          <p:spPr>
            <a:xfrm>
              <a:off x="1098720" y="5120207"/>
              <a:ext cx="912754" cy="815544"/>
            </a:xfrm>
            <a:custGeom>
              <a:avLst/>
              <a:gdLst>
                <a:gd name="csX0" fmla="*/ 0 w 886968"/>
                <a:gd name="csY0" fmla="*/ 612648 h 612648"/>
                <a:gd name="csX1" fmla="*/ 393192 w 886968"/>
                <a:gd name="csY1" fmla="*/ 192024 h 612648"/>
                <a:gd name="csX2" fmla="*/ 886968 w 886968"/>
                <a:gd name="csY2" fmla="*/ 0 h 612648"/>
                <a:gd name="csX0" fmla="*/ 0 w 886968"/>
                <a:gd name="csY0" fmla="*/ 612651 h 612651"/>
                <a:gd name="csX1" fmla="*/ 393192 w 886968"/>
                <a:gd name="csY1" fmla="*/ 192027 h 612651"/>
                <a:gd name="csX2" fmla="*/ 886968 w 886968"/>
                <a:gd name="csY2" fmla="*/ 3 h 6126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86968" h="612651">
                  <a:moveTo>
                    <a:pt x="0" y="612651"/>
                  </a:moveTo>
                  <a:cubicBezTo>
                    <a:pt x="122682" y="453393"/>
                    <a:pt x="245364" y="294135"/>
                    <a:pt x="393192" y="192027"/>
                  </a:cubicBezTo>
                  <a:cubicBezTo>
                    <a:pt x="541020" y="89919"/>
                    <a:pt x="732763" y="-631"/>
                    <a:pt x="886968" y="3"/>
                  </a:cubicBezTo>
                </a:path>
              </a:pathLst>
            </a:cu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endParaRPr>
            </a:p>
          </p:txBody>
        </p:sp>
        <p:sp>
          <p:nvSpPr>
            <p:cNvPr id="16" name="Rectangle 21">
              <a:extLst>
                <a:ext uri="{FF2B5EF4-FFF2-40B4-BE49-F238E27FC236}">
                  <a16:creationId xmlns:a16="http://schemas.microsoft.com/office/drawing/2014/main" id="{8144D79F-7FD5-D515-3465-FC8AE032AC00}"/>
                </a:ext>
              </a:extLst>
            </p:cNvPr>
            <p:cNvSpPr/>
            <p:nvPr/>
          </p:nvSpPr>
          <p:spPr>
            <a:xfrm>
              <a:off x="2007254" y="5128434"/>
              <a:ext cx="9450233" cy="806179"/>
            </a:xfrm>
            <a:custGeom>
              <a:avLst/>
              <a:gdLst>
                <a:gd name="connsiteX0" fmla="*/ 0 w 2517850"/>
                <a:gd name="connsiteY0" fmla="*/ 0 h 3960000"/>
                <a:gd name="connsiteX1" fmla="*/ 2517850 w 2517850"/>
                <a:gd name="connsiteY1" fmla="*/ 0 h 3960000"/>
                <a:gd name="connsiteX2" fmla="*/ 2517850 w 2517850"/>
                <a:gd name="connsiteY2" fmla="*/ 3960000 h 3960000"/>
                <a:gd name="connsiteX3" fmla="*/ 0 w 2517850"/>
                <a:gd name="connsiteY3" fmla="*/ 3960000 h 3960000"/>
                <a:gd name="connsiteX4" fmla="*/ 0 w 2517850"/>
                <a:gd name="connsiteY4" fmla="*/ 0 h 3960000"/>
                <a:gd name="connsiteX0" fmla="*/ 0 w 2517850"/>
                <a:gd name="connsiteY0" fmla="*/ 1663995 h 3960000"/>
                <a:gd name="connsiteX1" fmla="*/ 2517850 w 2517850"/>
                <a:gd name="connsiteY1" fmla="*/ 0 h 3960000"/>
                <a:gd name="connsiteX2" fmla="*/ 2517850 w 2517850"/>
                <a:gd name="connsiteY2" fmla="*/ 3960000 h 3960000"/>
                <a:gd name="connsiteX3" fmla="*/ 0 w 2517850"/>
                <a:gd name="connsiteY3" fmla="*/ 3960000 h 3960000"/>
                <a:gd name="connsiteX4" fmla="*/ 0 w 2517850"/>
                <a:gd name="connsiteY4" fmla="*/ 1663995 h 3960000"/>
                <a:gd name="connsiteX0" fmla="*/ 0 w 2517850"/>
                <a:gd name="connsiteY0" fmla="*/ 478464 h 2774469"/>
                <a:gd name="connsiteX1" fmla="*/ 2512534 w 2517850"/>
                <a:gd name="connsiteY1" fmla="*/ 0 h 2774469"/>
                <a:gd name="connsiteX2" fmla="*/ 2517850 w 2517850"/>
                <a:gd name="connsiteY2" fmla="*/ 2774469 h 2774469"/>
                <a:gd name="connsiteX3" fmla="*/ 0 w 2517850"/>
                <a:gd name="connsiteY3" fmla="*/ 2774469 h 2774469"/>
                <a:gd name="connsiteX4" fmla="*/ 0 w 2517850"/>
                <a:gd name="connsiteY4" fmla="*/ 478464 h 2774469"/>
                <a:gd name="connsiteX0" fmla="*/ 0 w 2517850"/>
                <a:gd name="connsiteY0" fmla="*/ 1002045 h 3298050"/>
                <a:gd name="connsiteX1" fmla="*/ 2512534 w 2517850"/>
                <a:gd name="connsiteY1" fmla="*/ 523581 h 3298050"/>
                <a:gd name="connsiteX2" fmla="*/ 2517850 w 2517850"/>
                <a:gd name="connsiteY2" fmla="*/ 3298050 h 3298050"/>
                <a:gd name="connsiteX3" fmla="*/ 0 w 2517850"/>
                <a:gd name="connsiteY3" fmla="*/ 3298050 h 3298050"/>
                <a:gd name="connsiteX4" fmla="*/ 0 w 2517850"/>
                <a:gd name="connsiteY4" fmla="*/ 1002045 h 3298050"/>
                <a:gd name="csX0" fmla="*/ 0 w 2530082"/>
                <a:gd name="csY0" fmla="*/ 1013973 h 3295157"/>
                <a:gd name="csX1" fmla="*/ 2524766 w 2530082"/>
                <a:gd name="csY1" fmla="*/ 520688 h 3295157"/>
                <a:gd name="csX2" fmla="*/ 2530082 w 2530082"/>
                <a:gd name="csY2" fmla="*/ 3295157 h 3295157"/>
                <a:gd name="csX3" fmla="*/ 12232 w 2530082"/>
                <a:gd name="csY3" fmla="*/ 3295157 h 3295157"/>
                <a:gd name="csX4" fmla="*/ 0 w 2530082"/>
                <a:gd name="csY4" fmla="*/ 1013973 h 3295157"/>
                <a:gd name="csX0" fmla="*/ 0 w 2530082"/>
                <a:gd name="csY0" fmla="*/ 1016526 h 3297710"/>
                <a:gd name="csX1" fmla="*/ 2524766 w 2530082"/>
                <a:gd name="csY1" fmla="*/ 523241 h 3297710"/>
                <a:gd name="csX2" fmla="*/ 2530082 w 2530082"/>
                <a:gd name="csY2" fmla="*/ 3297710 h 3297710"/>
                <a:gd name="csX3" fmla="*/ 12232 w 2530082"/>
                <a:gd name="csY3" fmla="*/ 3297710 h 3297710"/>
                <a:gd name="csX4" fmla="*/ 0 w 2530082"/>
                <a:gd name="csY4" fmla="*/ 1016526 h 3297710"/>
                <a:gd name="csX0" fmla="*/ 0 w 2530082"/>
                <a:gd name="csY0" fmla="*/ 562450 h 2843634"/>
                <a:gd name="csX1" fmla="*/ 2524766 w 2530082"/>
                <a:gd name="csY1" fmla="*/ 69165 h 2843634"/>
                <a:gd name="csX2" fmla="*/ 2530082 w 2530082"/>
                <a:gd name="csY2" fmla="*/ 2843634 h 2843634"/>
                <a:gd name="csX3" fmla="*/ 12232 w 2530082"/>
                <a:gd name="csY3" fmla="*/ 2843634 h 2843634"/>
                <a:gd name="csX4" fmla="*/ 0 w 2530082"/>
                <a:gd name="csY4" fmla="*/ 562450 h 2843634"/>
                <a:gd name="csX0" fmla="*/ 0 w 2530082"/>
                <a:gd name="csY0" fmla="*/ 613686 h 2894870"/>
                <a:gd name="csX1" fmla="*/ 2524766 w 2530082"/>
                <a:gd name="csY1" fmla="*/ 120401 h 2894870"/>
                <a:gd name="csX2" fmla="*/ 2530082 w 2530082"/>
                <a:gd name="csY2" fmla="*/ 2894870 h 2894870"/>
                <a:gd name="csX3" fmla="*/ 12232 w 2530082"/>
                <a:gd name="csY3" fmla="*/ 2894870 h 2894870"/>
                <a:gd name="csX4" fmla="*/ 0 w 2530082"/>
                <a:gd name="csY4" fmla="*/ 613686 h 2894870"/>
                <a:gd name="csX0" fmla="*/ 0 w 2530082"/>
                <a:gd name="csY0" fmla="*/ 1814977 h 4096161"/>
                <a:gd name="csX1" fmla="*/ 2512534 w 2530082"/>
                <a:gd name="csY1" fmla="*/ 32288 h 4096161"/>
                <a:gd name="csX2" fmla="*/ 2530082 w 2530082"/>
                <a:gd name="csY2" fmla="*/ 4096161 h 4096161"/>
                <a:gd name="csX3" fmla="*/ 12232 w 2530082"/>
                <a:gd name="csY3" fmla="*/ 4096161 h 4096161"/>
                <a:gd name="csX4" fmla="*/ 0 w 2530082"/>
                <a:gd name="csY4" fmla="*/ 1814977 h 4096161"/>
                <a:gd name="csX0" fmla="*/ 0 w 2521834"/>
                <a:gd name="csY0" fmla="*/ 1360238 h 4108381"/>
                <a:gd name="csX1" fmla="*/ 2504286 w 2521834"/>
                <a:gd name="csY1" fmla="*/ 44508 h 4108381"/>
                <a:gd name="csX2" fmla="*/ 2521834 w 2521834"/>
                <a:gd name="csY2" fmla="*/ 4108381 h 4108381"/>
                <a:gd name="csX3" fmla="*/ 3984 w 2521834"/>
                <a:gd name="csY3" fmla="*/ 4108381 h 4108381"/>
                <a:gd name="csX4" fmla="*/ 0 w 2521834"/>
                <a:gd name="csY4" fmla="*/ 1360238 h 4108381"/>
                <a:gd name="csX0" fmla="*/ 0 w 2521834"/>
                <a:gd name="csY0" fmla="*/ 1315730 h 4063873"/>
                <a:gd name="csX1" fmla="*/ 2504286 w 2521834"/>
                <a:gd name="csY1" fmla="*/ 0 h 4063873"/>
                <a:gd name="csX2" fmla="*/ 2521834 w 2521834"/>
                <a:gd name="csY2" fmla="*/ 4063873 h 4063873"/>
                <a:gd name="csX3" fmla="*/ 3984 w 2521834"/>
                <a:gd name="csY3" fmla="*/ 4063873 h 4063873"/>
                <a:gd name="csX4" fmla="*/ 0 w 2521834"/>
                <a:gd name="csY4" fmla="*/ 1315730 h 4063873"/>
                <a:gd name="csX0" fmla="*/ 0 w 2521834"/>
                <a:gd name="csY0" fmla="*/ 1315730 h 4063873"/>
                <a:gd name="csX1" fmla="*/ 2504286 w 2521834"/>
                <a:gd name="csY1" fmla="*/ 0 h 4063873"/>
                <a:gd name="csX2" fmla="*/ 2521834 w 2521834"/>
                <a:gd name="csY2" fmla="*/ 4063873 h 4063873"/>
                <a:gd name="csX3" fmla="*/ 3984 w 2521834"/>
                <a:gd name="csY3" fmla="*/ 4063873 h 4063873"/>
                <a:gd name="csX4" fmla="*/ 0 w 2521834"/>
                <a:gd name="csY4" fmla="*/ 1315730 h 4063873"/>
                <a:gd name="csX0" fmla="*/ 0 w 2521834"/>
                <a:gd name="csY0" fmla="*/ 1315730 h 4063873"/>
                <a:gd name="csX1" fmla="*/ 2504286 w 2521834"/>
                <a:gd name="csY1" fmla="*/ 0 h 4063873"/>
                <a:gd name="csX2" fmla="*/ 2521834 w 2521834"/>
                <a:gd name="csY2" fmla="*/ 4063873 h 4063873"/>
                <a:gd name="csX3" fmla="*/ 3984 w 2521834"/>
                <a:gd name="csY3" fmla="*/ 4063873 h 4063873"/>
                <a:gd name="csX4" fmla="*/ 0 w 2521834"/>
                <a:gd name="csY4" fmla="*/ 1315730 h 4063873"/>
                <a:gd name="csX0" fmla="*/ 0 w 2521834"/>
                <a:gd name="csY0" fmla="*/ 1315730 h 4063873"/>
                <a:gd name="csX1" fmla="*/ 2504286 w 2521834"/>
                <a:gd name="csY1" fmla="*/ 0 h 4063873"/>
                <a:gd name="csX2" fmla="*/ 2521834 w 2521834"/>
                <a:gd name="csY2" fmla="*/ 4063873 h 4063873"/>
                <a:gd name="csX3" fmla="*/ 3984 w 2521834"/>
                <a:gd name="csY3" fmla="*/ 4063873 h 4063873"/>
                <a:gd name="csX4" fmla="*/ 0 w 2521834"/>
                <a:gd name="csY4" fmla="*/ 1315730 h 4063873"/>
                <a:gd name="csX0" fmla="*/ 0 w 2524459"/>
                <a:gd name="csY0" fmla="*/ 20649 h 2768792"/>
                <a:gd name="csX1" fmla="*/ 2522883 w 2524459"/>
                <a:gd name="csY1" fmla="*/ 870820 h 2768792"/>
                <a:gd name="csX2" fmla="*/ 2521834 w 2524459"/>
                <a:gd name="csY2" fmla="*/ 2768792 h 2768792"/>
                <a:gd name="csX3" fmla="*/ 3984 w 2524459"/>
                <a:gd name="csY3" fmla="*/ 2768792 h 2768792"/>
                <a:gd name="csX4" fmla="*/ 0 w 2524459"/>
                <a:gd name="csY4" fmla="*/ 20649 h 2768792"/>
                <a:gd name="csX0" fmla="*/ 0 w 2539183"/>
                <a:gd name="csY0" fmla="*/ 18871 h 2767014"/>
                <a:gd name="csX1" fmla="*/ 2538381 w 2539183"/>
                <a:gd name="csY1" fmla="*/ 979173 h 2767014"/>
                <a:gd name="csX2" fmla="*/ 2521834 w 2539183"/>
                <a:gd name="csY2" fmla="*/ 2767014 h 2767014"/>
                <a:gd name="csX3" fmla="*/ 3984 w 2539183"/>
                <a:gd name="csY3" fmla="*/ 2767014 h 2767014"/>
                <a:gd name="csX4" fmla="*/ 0 w 2539183"/>
                <a:gd name="csY4" fmla="*/ 18871 h 2767014"/>
                <a:gd name="csX0" fmla="*/ 0 w 2527302"/>
                <a:gd name="csY0" fmla="*/ 18871 h 2767014"/>
                <a:gd name="csX1" fmla="*/ 2525983 w 2527302"/>
                <a:gd name="csY1" fmla="*/ 979173 h 2767014"/>
                <a:gd name="csX2" fmla="*/ 2521834 w 2527302"/>
                <a:gd name="csY2" fmla="*/ 2767014 h 2767014"/>
                <a:gd name="csX3" fmla="*/ 3984 w 2527302"/>
                <a:gd name="csY3" fmla="*/ 2767014 h 2767014"/>
                <a:gd name="csX4" fmla="*/ 0 w 2527302"/>
                <a:gd name="csY4" fmla="*/ 18871 h 2767014"/>
                <a:gd name="csX0" fmla="*/ 2215 w 2523318"/>
                <a:gd name="csY0" fmla="*/ 74307 h 1867987"/>
                <a:gd name="csX1" fmla="*/ 2521999 w 2523318"/>
                <a:gd name="csY1" fmla="*/ 80146 h 1867987"/>
                <a:gd name="csX2" fmla="*/ 2517850 w 2523318"/>
                <a:gd name="csY2" fmla="*/ 1867987 h 1867987"/>
                <a:gd name="csX3" fmla="*/ 0 w 2523318"/>
                <a:gd name="csY3" fmla="*/ 1867987 h 1867987"/>
                <a:gd name="csX4" fmla="*/ 2215 w 2523318"/>
                <a:gd name="csY4" fmla="*/ 74307 h 1867987"/>
                <a:gd name="csX0" fmla="*/ 2215 w 2526234"/>
                <a:gd name="csY0" fmla="*/ 31550 h 1825230"/>
                <a:gd name="csX1" fmla="*/ 2525099 w 2526234"/>
                <a:gd name="csY1" fmla="*/ 477912 h 1825230"/>
                <a:gd name="csX2" fmla="*/ 2517850 w 2526234"/>
                <a:gd name="csY2" fmla="*/ 1825230 h 1825230"/>
                <a:gd name="csX3" fmla="*/ 0 w 2526234"/>
                <a:gd name="csY3" fmla="*/ 1825230 h 1825230"/>
                <a:gd name="csX4" fmla="*/ 2215 w 2526234"/>
                <a:gd name="csY4" fmla="*/ 31550 h 1825230"/>
                <a:gd name="csX0" fmla="*/ 2215 w 2526234"/>
                <a:gd name="csY0" fmla="*/ 6191 h 1799871"/>
                <a:gd name="csX1" fmla="*/ 2525099 w 2526234"/>
                <a:gd name="csY1" fmla="*/ 452553 h 1799871"/>
                <a:gd name="csX2" fmla="*/ 2517850 w 2526234"/>
                <a:gd name="csY2" fmla="*/ 1799871 h 1799871"/>
                <a:gd name="csX3" fmla="*/ 0 w 2526234"/>
                <a:gd name="csY3" fmla="*/ 1799871 h 1799871"/>
                <a:gd name="csX4" fmla="*/ 2215 w 2526234"/>
                <a:gd name="csY4" fmla="*/ 6191 h 1799871"/>
                <a:gd name="csX0" fmla="*/ 2215 w 2526234"/>
                <a:gd name="csY0" fmla="*/ 5506 h 1799186"/>
                <a:gd name="csX1" fmla="*/ 2525099 w 2526234"/>
                <a:gd name="csY1" fmla="*/ 451868 h 1799186"/>
                <a:gd name="csX2" fmla="*/ 2517850 w 2526234"/>
                <a:gd name="csY2" fmla="*/ 1799186 h 1799186"/>
                <a:gd name="csX3" fmla="*/ 0 w 2526234"/>
                <a:gd name="csY3" fmla="*/ 1799186 h 1799186"/>
                <a:gd name="csX4" fmla="*/ 2215 w 2526234"/>
                <a:gd name="csY4" fmla="*/ 5506 h 1799186"/>
                <a:gd name="csX0" fmla="*/ 0 w 2530714"/>
                <a:gd name="csY0" fmla="*/ 5741 h 1772989"/>
                <a:gd name="csX1" fmla="*/ 2529579 w 2530714"/>
                <a:gd name="csY1" fmla="*/ 425671 h 1772989"/>
                <a:gd name="csX2" fmla="*/ 2522330 w 2530714"/>
                <a:gd name="csY2" fmla="*/ 1772989 h 1772989"/>
                <a:gd name="csX3" fmla="*/ 4480 w 2530714"/>
                <a:gd name="csY3" fmla="*/ 1772989 h 1772989"/>
                <a:gd name="csX4" fmla="*/ 0 w 2530714"/>
                <a:gd name="csY4" fmla="*/ 5741 h 1772989"/>
                <a:gd name="csX0" fmla="*/ 0 w 2531208"/>
                <a:gd name="csY0" fmla="*/ 5741 h 1825852"/>
                <a:gd name="csX1" fmla="*/ 2529579 w 2531208"/>
                <a:gd name="csY1" fmla="*/ 425671 h 1825852"/>
                <a:gd name="csX2" fmla="*/ 2529047 w 2531208"/>
                <a:gd name="csY2" fmla="*/ 1825852 h 1825852"/>
                <a:gd name="csX3" fmla="*/ 4480 w 2531208"/>
                <a:gd name="csY3" fmla="*/ 1772989 h 1825852"/>
                <a:gd name="csX4" fmla="*/ 0 w 2531208"/>
                <a:gd name="csY4" fmla="*/ 5741 h 1825852"/>
                <a:gd name="csX0" fmla="*/ 0 w 2531208"/>
                <a:gd name="csY0" fmla="*/ 4025 h 1824136"/>
                <a:gd name="csX1" fmla="*/ 2529579 w 2531208"/>
                <a:gd name="csY1" fmla="*/ 690227 h 1824136"/>
                <a:gd name="csX2" fmla="*/ 2529047 w 2531208"/>
                <a:gd name="csY2" fmla="*/ 1824136 h 1824136"/>
                <a:gd name="csX3" fmla="*/ 4480 w 2531208"/>
                <a:gd name="csY3" fmla="*/ 1771273 h 1824136"/>
                <a:gd name="csX4" fmla="*/ 0 w 2531208"/>
                <a:gd name="csY4" fmla="*/ 4025 h 1824136"/>
                <a:gd name="csX0" fmla="*/ 0 w 2531208"/>
                <a:gd name="csY0" fmla="*/ 0 h 1820111"/>
                <a:gd name="csX1" fmla="*/ 2529579 w 2531208"/>
                <a:gd name="csY1" fmla="*/ 686202 h 1820111"/>
                <a:gd name="csX2" fmla="*/ 2529047 w 2531208"/>
                <a:gd name="csY2" fmla="*/ 1820111 h 1820111"/>
                <a:gd name="csX3" fmla="*/ 4480 w 2531208"/>
                <a:gd name="csY3" fmla="*/ 1767248 h 1820111"/>
                <a:gd name="csX4" fmla="*/ 0 w 2531208"/>
                <a:gd name="csY4" fmla="*/ 0 h 1820111"/>
                <a:gd name="csX0" fmla="*/ 0 w 2532591"/>
                <a:gd name="csY0" fmla="*/ 0 h 1820111"/>
                <a:gd name="csX1" fmla="*/ 2529579 w 2532591"/>
                <a:gd name="csY1" fmla="*/ 686202 h 1820111"/>
                <a:gd name="csX2" fmla="*/ 2529047 w 2532591"/>
                <a:gd name="csY2" fmla="*/ 1820111 h 1820111"/>
                <a:gd name="csX3" fmla="*/ 4480 w 2532591"/>
                <a:gd name="csY3" fmla="*/ 1767248 h 1820111"/>
                <a:gd name="csX4" fmla="*/ 0 w 2532591"/>
                <a:gd name="csY4" fmla="*/ 0 h 1820111"/>
                <a:gd name="csX0" fmla="*/ 0 w 2529579"/>
                <a:gd name="csY0" fmla="*/ 0 h 1820111"/>
                <a:gd name="csX1" fmla="*/ 2529579 w 2529579"/>
                <a:gd name="csY1" fmla="*/ 686202 h 1820111"/>
                <a:gd name="csX2" fmla="*/ 2529047 w 2529579"/>
                <a:gd name="csY2" fmla="*/ 1820111 h 1820111"/>
                <a:gd name="csX3" fmla="*/ 4480 w 2529579"/>
                <a:gd name="csY3" fmla="*/ 1767248 h 1820111"/>
                <a:gd name="csX4" fmla="*/ 0 w 2529579"/>
                <a:gd name="csY4" fmla="*/ 0 h 1820111"/>
                <a:gd name="csX0" fmla="*/ 0 w 2529427"/>
                <a:gd name="csY0" fmla="*/ 0 h 1820111"/>
                <a:gd name="csX1" fmla="*/ 2527029 w 2529427"/>
                <a:gd name="csY1" fmla="*/ 677599 h 1820111"/>
                <a:gd name="csX2" fmla="*/ 2529047 w 2529427"/>
                <a:gd name="csY2" fmla="*/ 1820111 h 1820111"/>
                <a:gd name="csX3" fmla="*/ 4480 w 2529427"/>
                <a:gd name="csY3" fmla="*/ 1767248 h 1820111"/>
                <a:gd name="csX4" fmla="*/ 0 w 2529427"/>
                <a:gd name="csY4" fmla="*/ 0 h 1820111"/>
                <a:gd name="csX0" fmla="*/ 0 w 2529813"/>
                <a:gd name="csY0" fmla="*/ 0 h 1820111"/>
                <a:gd name="csX1" fmla="*/ 2527029 w 2529813"/>
                <a:gd name="csY1" fmla="*/ 677599 h 1820111"/>
                <a:gd name="csX2" fmla="*/ 2529047 w 2529813"/>
                <a:gd name="csY2" fmla="*/ 1820111 h 1820111"/>
                <a:gd name="csX3" fmla="*/ 4480 w 2529813"/>
                <a:gd name="csY3" fmla="*/ 1767248 h 1820111"/>
                <a:gd name="csX4" fmla="*/ 0 w 2529813"/>
                <a:gd name="csY4" fmla="*/ 0 h 1820111"/>
                <a:gd name="csX0" fmla="*/ 0 w 2530114"/>
                <a:gd name="csY0" fmla="*/ 0 h 1820111"/>
                <a:gd name="csX1" fmla="*/ 2528559 w 2530114"/>
                <a:gd name="csY1" fmla="*/ 677599 h 1820111"/>
                <a:gd name="csX2" fmla="*/ 2529047 w 2530114"/>
                <a:gd name="csY2" fmla="*/ 1820111 h 1820111"/>
                <a:gd name="csX3" fmla="*/ 4480 w 2530114"/>
                <a:gd name="csY3" fmla="*/ 1767248 h 1820111"/>
                <a:gd name="csX4" fmla="*/ 0 w 2530114"/>
                <a:gd name="csY4" fmla="*/ 0 h 1820111"/>
                <a:gd name="csX0" fmla="*/ 0 w 2529047"/>
                <a:gd name="csY0" fmla="*/ 0 h 1820111"/>
                <a:gd name="csX1" fmla="*/ 2528559 w 2529047"/>
                <a:gd name="csY1" fmla="*/ 677599 h 1820111"/>
                <a:gd name="csX2" fmla="*/ 2529047 w 2529047"/>
                <a:gd name="csY2" fmla="*/ 1820111 h 1820111"/>
                <a:gd name="csX3" fmla="*/ 4480 w 2529047"/>
                <a:gd name="csY3" fmla="*/ 1767248 h 1820111"/>
                <a:gd name="csX4" fmla="*/ 0 w 2529047"/>
                <a:gd name="csY4" fmla="*/ 0 h 1820111"/>
                <a:gd name="csX0" fmla="*/ 0 w 2529047"/>
                <a:gd name="csY0" fmla="*/ 0 h 1820111"/>
                <a:gd name="csX1" fmla="*/ 2528559 w 2529047"/>
                <a:gd name="csY1" fmla="*/ 677599 h 1820111"/>
                <a:gd name="csX2" fmla="*/ 2529047 w 2529047"/>
                <a:gd name="csY2" fmla="*/ 1820111 h 1820111"/>
                <a:gd name="csX3" fmla="*/ 4480 w 2529047"/>
                <a:gd name="csY3" fmla="*/ 1767248 h 1820111"/>
                <a:gd name="csX4" fmla="*/ 0 w 2529047"/>
                <a:gd name="csY4" fmla="*/ 0 h 1820111"/>
                <a:gd name="csX0" fmla="*/ 1130 w 2530177"/>
                <a:gd name="csY0" fmla="*/ 0 h 1820111"/>
                <a:gd name="csX1" fmla="*/ 2529689 w 2530177"/>
                <a:gd name="csY1" fmla="*/ 677599 h 1820111"/>
                <a:gd name="csX2" fmla="*/ 2530177 w 2530177"/>
                <a:gd name="csY2" fmla="*/ 1820111 h 1820111"/>
                <a:gd name="csX3" fmla="*/ 0 w 2530177"/>
                <a:gd name="csY3" fmla="*/ 1797356 h 1820111"/>
                <a:gd name="csX4" fmla="*/ 1130 w 2530177"/>
                <a:gd name="csY4" fmla="*/ 0 h 18201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30177" h="1820111">
                  <a:moveTo>
                    <a:pt x="1130" y="0"/>
                  </a:moveTo>
                  <a:cubicBezTo>
                    <a:pt x="1540409" y="258505"/>
                    <a:pt x="2349536" y="769955"/>
                    <a:pt x="2529689" y="677599"/>
                  </a:cubicBezTo>
                  <a:cubicBezTo>
                    <a:pt x="2530437" y="1356980"/>
                    <a:pt x="2529429" y="1309327"/>
                    <a:pt x="2530177" y="1820111"/>
                  </a:cubicBezTo>
                  <a:lnTo>
                    <a:pt x="0" y="1797356"/>
                  </a:lnTo>
                  <a:cubicBezTo>
                    <a:pt x="0" y="1032021"/>
                    <a:pt x="1130" y="765335"/>
                    <a:pt x="1130" y="0"/>
                  </a:cubicBezTo>
                  <a:close/>
                </a:path>
              </a:pathLst>
            </a:custGeom>
            <a:solidFill>
              <a:srgbClr val="00419E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endParaRPr>
            </a:p>
          </p:txBody>
        </p:sp>
        <p:cxnSp>
          <p:nvCxnSpPr>
            <p:cNvPr id="17" name="Gerade Verbindung 16">
              <a:extLst>
                <a:ext uri="{FF2B5EF4-FFF2-40B4-BE49-F238E27FC236}">
                  <a16:creationId xmlns:a16="http://schemas.microsoft.com/office/drawing/2014/main" id="{7932CD3E-EAF2-6EF7-3789-6D976F6404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8279" y="5119055"/>
              <a:ext cx="6070" cy="811127"/>
            </a:xfrm>
            <a:prstGeom prst="line">
              <a:avLst/>
            </a:prstGeom>
            <a:solidFill>
              <a:srgbClr val="3F80C5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" name="Gerade Verbindung 17">
              <a:extLst>
                <a:ext uri="{FF2B5EF4-FFF2-40B4-BE49-F238E27FC236}">
                  <a16:creationId xmlns:a16="http://schemas.microsoft.com/office/drawing/2014/main" id="{B27C923D-30CA-9C0D-7A8B-6BC6B517AB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5269" y="4664761"/>
              <a:ext cx="0" cy="1278588"/>
            </a:xfrm>
            <a:prstGeom prst="line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Gerade Verbindung 18">
              <a:extLst>
                <a:ext uri="{FF2B5EF4-FFF2-40B4-BE49-F238E27FC236}">
                  <a16:creationId xmlns:a16="http://schemas.microsoft.com/office/drawing/2014/main" id="{8D2B8AAE-B563-17D4-C5FA-60C2C804E9F2}"/>
                </a:ext>
              </a:extLst>
            </p:cNvPr>
            <p:cNvCxnSpPr>
              <a:cxnSpLocks/>
            </p:cNvCxnSpPr>
            <p:nvPr/>
          </p:nvCxnSpPr>
          <p:spPr>
            <a:xfrm>
              <a:off x="6756952" y="4018007"/>
              <a:ext cx="0" cy="1929022"/>
            </a:xfrm>
            <a:prstGeom prst="line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" name="Gerade Verbindung 19">
              <a:extLst>
                <a:ext uri="{FF2B5EF4-FFF2-40B4-BE49-F238E27FC236}">
                  <a16:creationId xmlns:a16="http://schemas.microsoft.com/office/drawing/2014/main" id="{DF0247FF-5858-4B2E-6416-6113940579BD}"/>
                </a:ext>
              </a:extLst>
            </p:cNvPr>
            <p:cNvCxnSpPr>
              <a:cxnSpLocks/>
            </p:cNvCxnSpPr>
            <p:nvPr/>
          </p:nvCxnSpPr>
          <p:spPr>
            <a:xfrm>
              <a:off x="9120805" y="3237917"/>
              <a:ext cx="0" cy="2703397"/>
            </a:xfrm>
            <a:prstGeom prst="line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6" name="Freeform: Shape 89">
              <a:extLst>
                <a:ext uri="{FF2B5EF4-FFF2-40B4-BE49-F238E27FC236}">
                  <a16:creationId xmlns:a16="http://schemas.microsoft.com/office/drawing/2014/main" id="{ECD47F81-7B16-B9FB-E91D-5AF18EBCA6F1}"/>
                </a:ext>
              </a:extLst>
            </p:cNvPr>
            <p:cNvSpPr/>
            <p:nvPr/>
          </p:nvSpPr>
          <p:spPr>
            <a:xfrm>
              <a:off x="1538982" y="3464550"/>
              <a:ext cx="9590536" cy="1599714"/>
            </a:xfrm>
            <a:custGeom>
              <a:avLst/>
              <a:gdLst>
                <a:gd name="connsiteX0" fmla="*/ 0 w 10214186"/>
                <a:gd name="connsiteY0" fmla="*/ 2252114 h 2252114"/>
                <a:gd name="connsiteX1" fmla="*/ 1089498 w 10214186"/>
                <a:gd name="connsiteY1" fmla="*/ 1571178 h 2252114"/>
                <a:gd name="connsiteX2" fmla="*/ 2535676 w 10214186"/>
                <a:gd name="connsiteY2" fmla="*/ 1999195 h 2252114"/>
                <a:gd name="connsiteX3" fmla="*/ 3605719 w 10214186"/>
                <a:gd name="connsiteY3" fmla="*/ 1013459 h 2252114"/>
                <a:gd name="connsiteX4" fmla="*/ 5045412 w 10214186"/>
                <a:gd name="connsiteY4" fmla="*/ 1577663 h 2252114"/>
                <a:gd name="connsiteX5" fmla="*/ 6258127 w 10214186"/>
                <a:gd name="connsiteY5" fmla="*/ 559502 h 2252114"/>
                <a:gd name="connsiteX6" fmla="*/ 7548663 w 10214186"/>
                <a:gd name="connsiteY6" fmla="*/ 1065340 h 2252114"/>
                <a:gd name="connsiteX7" fmla="*/ 8534400 w 10214186"/>
                <a:gd name="connsiteY7" fmla="*/ 1782 h 2252114"/>
                <a:gd name="connsiteX8" fmla="*/ 10103795 w 10214186"/>
                <a:gd name="connsiteY8" fmla="*/ 792965 h 2252114"/>
                <a:gd name="connsiteX9" fmla="*/ 10071370 w 10214186"/>
                <a:gd name="connsiteY9" fmla="*/ 786480 h 2252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214186" h="2252114">
                  <a:moveTo>
                    <a:pt x="0" y="2252114"/>
                  </a:moveTo>
                  <a:cubicBezTo>
                    <a:pt x="333442" y="1932722"/>
                    <a:pt x="666885" y="1613331"/>
                    <a:pt x="1089498" y="1571178"/>
                  </a:cubicBezTo>
                  <a:cubicBezTo>
                    <a:pt x="1512111" y="1529025"/>
                    <a:pt x="2116306" y="2092148"/>
                    <a:pt x="2535676" y="1999195"/>
                  </a:cubicBezTo>
                  <a:cubicBezTo>
                    <a:pt x="2955046" y="1906242"/>
                    <a:pt x="3187430" y="1083714"/>
                    <a:pt x="3605719" y="1013459"/>
                  </a:cubicBezTo>
                  <a:cubicBezTo>
                    <a:pt x="4024008" y="943204"/>
                    <a:pt x="4603344" y="1653322"/>
                    <a:pt x="5045412" y="1577663"/>
                  </a:cubicBezTo>
                  <a:cubicBezTo>
                    <a:pt x="5487480" y="1502004"/>
                    <a:pt x="5840919" y="644889"/>
                    <a:pt x="6258127" y="559502"/>
                  </a:cubicBezTo>
                  <a:cubicBezTo>
                    <a:pt x="6675335" y="474115"/>
                    <a:pt x="7169284" y="1158293"/>
                    <a:pt x="7548663" y="1065340"/>
                  </a:cubicBezTo>
                  <a:cubicBezTo>
                    <a:pt x="7928042" y="972387"/>
                    <a:pt x="8108545" y="47178"/>
                    <a:pt x="8534400" y="1782"/>
                  </a:cubicBezTo>
                  <a:cubicBezTo>
                    <a:pt x="8960255" y="-43614"/>
                    <a:pt x="10103795" y="792965"/>
                    <a:pt x="10103795" y="792965"/>
                  </a:cubicBezTo>
                  <a:cubicBezTo>
                    <a:pt x="10359957" y="923748"/>
                    <a:pt x="10092987" y="759459"/>
                    <a:pt x="10071370" y="786480"/>
                  </a:cubicBezTo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endParaRPr>
            </a:p>
          </p:txBody>
        </p:sp>
        <p:sp>
          <p:nvSpPr>
            <p:cNvPr id="81" name="Textfeld 10">
              <a:extLst>
                <a:ext uri="{FF2B5EF4-FFF2-40B4-BE49-F238E27FC236}">
                  <a16:creationId xmlns:a16="http://schemas.microsoft.com/office/drawing/2014/main" id="{E115014F-C9EE-A72B-F56E-8CC702BDB7FE}"/>
                </a:ext>
              </a:extLst>
            </p:cNvPr>
            <p:cNvSpPr txBox="1"/>
            <p:nvPr/>
          </p:nvSpPr>
          <p:spPr>
            <a:xfrm>
              <a:off x="4436479" y="3523972"/>
              <a:ext cx="2159975" cy="45140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spcBef>
                  <a:spcPts val="200"/>
                </a:spcBef>
                <a:defRPr/>
              </a:pPr>
              <a:r>
                <a:rPr lang="de-DE" sz="1600" b="1">
                  <a:solidFill>
                    <a:srgbClr val="FFFFFF"/>
                  </a:solidFill>
                  <a:latin typeface="+mj-lt"/>
                </a:rPr>
                <a:t>AI-</a:t>
              </a:r>
              <a:r>
                <a:rPr lang="de-DE" sz="1600" b="1" err="1">
                  <a:solidFill>
                    <a:srgbClr val="FFFFFF"/>
                  </a:solidFill>
                  <a:latin typeface="+mj-lt"/>
                </a:rPr>
                <a:t>enabled</a:t>
              </a:r>
              <a:r>
                <a:rPr lang="de-DE" sz="1600" b="1">
                  <a:solidFill>
                    <a:srgbClr val="FFFFFF"/>
                  </a:solidFill>
                  <a:latin typeface="+mj-lt"/>
                </a:rPr>
                <a:t> SWE</a:t>
              </a:r>
            </a:p>
            <a:p>
              <a:pPr algn="ctr">
                <a:spcBef>
                  <a:spcPts val="200"/>
                </a:spcBef>
                <a:defRPr/>
              </a:pPr>
              <a:r>
                <a:rPr lang="de-DE" sz="1000">
                  <a:solidFill>
                    <a:srgbClr val="FFFFFF"/>
                  </a:solidFill>
                  <a:latin typeface="Fira Sans"/>
                </a:rPr>
                <a:t>Kollaborative Umsetzung</a:t>
              </a:r>
            </a:p>
          </p:txBody>
        </p:sp>
        <p:sp>
          <p:nvSpPr>
            <p:cNvPr id="82" name="Textfeld 10">
              <a:extLst>
                <a:ext uri="{FF2B5EF4-FFF2-40B4-BE49-F238E27FC236}">
                  <a16:creationId xmlns:a16="http://schemas.microsoft.com/office/drawing/2014/main" id="{C8BC5BCB-0E41-1FB8-FAC2-4174CDF32537}"/>
                </a:ext>
              </a:extLst>
            </p:cNvPr>
            <p:cNvSpPr txBox="1"/>
            <p:nvPr/>
          </p:nvSpPr>
          <p:spPr>
            <a:xfrm>
              <a:off x="6948736" y="2642121"/>
              <a:ext cx="2136416" cy="45140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spcBef>
                  <a:spcPts val="200"/>
                </a:spcBef>
                <a:defRPr/>
              </a:pPr>
              <a:r>
                <a:rPr lang="de-DE" sz="1600" b="1">
                  <a:solidFill>
                    <a:srgbClr val="FFFFFF"/>
                  </a:solidFill>
                  <a:latin typeface="+mj-lt"/>
                </a:rPr>
                <a:t>AI-</a:t>
              </a:r>
              <a:r>
                <a:rPr lang="de-DE" sz="1600" b="1" err="1">
                  <a:solidFill>
                    <a:srgbClr val="FFFFFF"/>
                  </a:solidFill>
                  <a:latin typeface="+mj-lt"/>
                </a:rPr>
                <a:t>driven</a:t>
              </a:r>
              <a:r>
                <a:rPr lang="de-DE" sz="1600" b="1">
                  <a:solidFill>
                    <a:srgbClr val="FFFFFF"/>
                  </a:solidFill>
                  <a:latin typeface="+mj-lt"/>
                </a:rPr>
                <a:t> SWE</a:t>
              </a:r>
            </a:p>
            <a:p>
              <a:pPr algn="ctr">
                <a:spcBef>
                  <a:spcPts val="200"/>
                </a:spcBef>
                <a:defRPr/>
              </a:pPr>
              <a:r>
                <a:rPr lang="de-DE" sz="1000">
                  <a:solidFill>
                    <a:srgbClr val="FFFFFF"/>
                  </a:solidFill>
                  <a:latin typeface="Fira Sans"/>
                </a:rPr>
                <a:t>Weitgehend autonome Umsetzung</a:t>
              </a:r>
            </a:p>
          </p:txBody>
        </p:sp>
        <p:sp>
          <p:nvSpPr>
            <p:cNvPr id="83" name="Textfeld 10">
              <a:extLst>
                <a:ext uri="{FF2B5EF4-FFF2-40B4-BE49-F238E27FC236}">
                  <a16:creationId xmlns:a16="http://schemas.microsoft.com/office/drawing/2014/main" id="{26BEF423-743D-C9F2-705E-E06AA2B3B2A4}"/>
                </a:ext>
              </a:extLst>
            </p:cNvPr>
            <p:cNvSpPr txBox="1"/>
            <p:nvPr/>
          </p:nvSpPr>
          <p:spPr>
            <a:xfrm>
              <a:off x="9121868" y="1706625"/>
              <a:ext cx="2117002" cy="45140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spcBef>
                  <a:spcPts val="200"/>
                </a:spcBef>
                <a:defRPr/>
              </a:pPr>
              <a:r>
                <a:rPr lang="de-DE" sz="1600" b="1">
                  <a:solidFill>
                    <a:srgbClr val="FFFFFF"/>
                  </a:solidFill>
                  <a:latin typeface="+mj-lt"/>
                </a:rPr>
                <a:t>AI-native SWE</a:t>
              </a:r>
            </a:p>
            <a:p>
              <a:pPr algn="ctr">
                <a:spcBef>
                  <a:spcPts val="200"/>
                </a:spcBef>
                <a:defRPr/>
              </a:pPr>
              <a:r>
                <a:rPr lang="de-DE" sz="1000">
                  <a:solidFill>
                    <a:srgbClr val="FFFFFF"/>
                  </a:solidFill>
                  <a:latin typeface="Fira Sans"/>
                </a:rPr>
                <a:t>End-</a:t>
              </a:r>
              <a:r>
                <a:rPr lang="de-DE" sz="1000" err="1">
                  <a:solidFill>
                    <a:srgbClr val="FFFFFF"/>
                  </a:solidFill>
                  <a:latin typeface="Fira Sans"/>
                </a:rPr>
                <a:t>to</a:t>
              </a:r>
              <a:r>
                <a:rPr lang="de-DE" sz="1000">
                  <a:solidFill>
                    <a:srgbClr val="FFFFFF"/>
                  </a:solidFill>
                  <a:latin typeface="Fira Sans"/>
                </a:rPr>
                <a:t>-End-Automatisierung</a:t>
              </a:r>
            </a:p>
          </p:txBody>
        </p:sp>
        <p:sp>
          <p:nvSpPr>
            <p:cNvPr id="86" name="Textfeld 10">
              <a:extLst>
                <a:ext uri="{FF2B5EF4-FFF2-40B4-BE49-F238E27FC236}">
                  <a16:creationId xmlns:a16="http://schemas.microsoft.com/office/drawing/2014/main" id="{5FD32E90-C702-10B4-FAEF-B9DC60745FD4}"/>
                </a:ext>
              </a:extLst>
            </p:cNvPr>
            <p:cNvSpPr txBox="1"/>
            <p:nvPr/>
          </p:nvSpPr>
          <p:spPr>
            <a:xfrm>
              <a:off x="2096549" y="4161300"/>
              <a:ext cx="2209877" cy="45140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spcBef>
                  <a:spcPts val="20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AI-</a:t>
              </a:r>
              <a:r>
                <a:rPr kumimoji="0" lang="de-DE" sz="1600" b="1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assisted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 SWE</a:t>
              </a:r>
            </a:p>
            <a:p>
              <a:pPr marL="0" marR="0" lvl="0" indent="0" algn="ctr" defTabSz="914400" rtl="0" eaLnBrk="1" fontAlgn="auto" latinLnBrk="0" hangingPunct="1">
                <a:spcBef>
                  <a:spcPts val="20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Sans"/>
                  <a:ea typeface="+mn-ea"/>
                  <a:cs typeface="+mn-cs"/>
                </a:rPr>
                <a:t>Punktuelle Unterstützung</a:t>
              </a:r>
            </a:p>
          </p:txBody>
        </p:sp>
        <p:sp>
          <p:nvSpPr>
            <p:cNvPr id="87" name="Textfeld 8">
              <a:extLst>
                <a:ext uri="{FF2B5EF4-FFF2-40B4-BE49-F238E27FC236}">
                  <a16:creationId xmlns:a16="http://schemas.microsoft.com/office/drawing/2014/main" id="{AD95A5DE-9E78-1CFB-AEA7-41EA2831240F}"/>
                </a:ext>
              </a:extLst>
            </p:cNvPr>
            <p:cNvSpPr txBox="1"/>
            <p:nvPr/>
          </p:nvSpPr>
          <p:spPr>
            <a:xfrm rot="16200000">
              <a:off x="10528675" y="3850075"/>
              <a:ext cx="2278316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de-DE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1" u="none" strike="noStrike" cap="none" spc="0" normalizeH="0" baseline="0">
                  <a:ln>
                    <a:noFill/>
                  </a:ln>
                  <a:solidFill>
                    <a:srgbClr val="EEBD31"/>
                  </a:solidFill>
                  <a:effectLst/>
                  <a:uLnTx/>
                  <a:uFillTx/>
                  <a:latin typeface="Open Sans ExtraBold" panose="020B0606030504020204" pitchFamily="34" charset="0"/>
                  <a:ea typeface="Open Sans ExtraBold" panose="020B0606030504020204" pitchFamily="34" charset="0"/>
                  <a:cs typeface="Open Sans ExtraBold" panose="020B0606030504020204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i="0">
                  <a:solidFill>
                    <a:srgbClr val="FFFFFF"/>
                  </a:solidFill>
                  <a:latin typeface="Fira Sans" panose="020B0503050000020004" pitchFamily="34" charset="0"/>
                </a:rPr>
                <a:t>Erwartbare Effizienzgewinne</a:t>
              </a:r>
              <a:endParaRPr kumimoji="0" lang="de-DE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 panose="020B0503050000020004" pitchFamily="34" charset="0"/>
              </a:endParaRPr>
            </a:p>
          </p:txBody>
        </p:sp>
        <p:sp>
          <p:nvSpPr>
            <p:cNvPr id="88" name="Textfeld 10">
              <a:extLst>
                <a:ext uri="{FF2B5EF4-FFF2-40B4-BE49-F238E27FC236}">
                  <a16:creationId xmlns:a16="http://schemas.microsoft.com/office/drawing/2014/main" id="{893520B9-A1DB-DAB9-0D05-75F81C9FA3FF}"/>
                </a:ext>
              </a:extLst>
            </p:cNvPr>
            <p:cNvSpPr txBox="1"/>
            <p:nvPr/>
          </p:nvSpPr>
          <p:spPr>
            <a:xfrm>
              <a:off x="1448889" y="5528766"/>
              <a:ext cx="479662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de-DE" sz="1600" b="1" err="1">
                  <a:solidFill>
                    <a:srgbClr val="FFFFFF"/>
                  </a:solidFill>
                  <a:latin typeface="+mj-lt"/>
                </a:rPr>
                <a:t>No</a:t>
              </a:r>
              <a:r>
                <a:rPr lang="de-DE" sz="1600" b="1">
                  <a:solidFill>
                    <a:srgbClr val="FFFFFF"/>
                  </a:solidFill>
                  <a:latin typeface="+mj-lt"/>
                </a:rPr>
                <a:t> AI</a:t>
              </a:r>
            </a:p>
          </p:txBody>
        </p:sp>
        <p:cxnSp>
          <p:nvCxnSpPr>
            <p:cNvPr id="11" name="Straight Arrow Connector 23">
              <a:extLst>
                <a:ext uri="{FF2B5EF4-FFF2-40B4-BE49-F238E27FC236}">
                  <a16:creationId xmlns:a16="http://schemas.microsoft.com/office/drawing/2014/main" id="{8048DB76-7FB4-FE9E-7F86-A82745099F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65559" y="1826946"/>
              <a:ext cx="0" cy="4214600"/>
            </a:xfrm>
            <a:prstGeom prst="straightConnector1">
              <a:avLst/>
            </a:prstGeom>
            <a:ln w="25400" cap="rnd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21">
              <a:extLst>
                <a:ext uri="{FF2B5EF4-FFF2-40B4-BE49-F238E27FC236}">
                  <a16:creationId xmlns:a16="http://schemas.microsoft.com/office/drawing/2014/main" id="{E99C8FF4-CBA3-0DBE-1156-707B956C2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5520" y="5940342"/>
              <a:ext cx="10666180" cy="0"/>
            </a:xfrm>
            <a:prstGeom prst="straightConnector1">
              <a:avLst/>
            </a:prstGeom>
            <a:ln w="25400" cap="rnd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F9FAEFCC-498A-FC00-79DD-D623F6B5D07C}"/>
              </a:ext>
            </a:extLst>
          </p:cNvPr>
          <p:cNvGrpSpPr/>
          <p:nvPr/>
        </p:nvGrpSpPr>
        <p:grpSpPr>
          <a:xfrm>
            <a:off x="1981512" y="5129626"/>
            <a:ext cx="2174735" cy="744780"/>
            <a:chOff x="-511175" y="1303020"/>
            <a:chExt cx="5256000" cy="1910249"/>
          </a:xfrm>
        </p:grpSpPr>
        <p:sp>
          <p:nvSpPr>
            <p:cNvPr id="6" name="Rechteck: abgerundete Ecken 23">
              <a:extLst>
                <a:ext uri="{FF2B5EF4-FFF2-40B4-BE49-F238E27FC236}">
                  <a16:creationId xmlns:a16="http://schemas.microsoft.com/office/drawing/2014/main" id="{5E1ABD60-B659-F0B9-381C-C8A8B48317C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-511175" y="1303020"/>
              <a:ext cx="5256000" cy="1910249"/>
            </a:xfrm>
            <a:prstGeom prst="roundRect">
              <a:avLst>
                <a:gd name="adj" fmla="val 9005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93713"/>
              <a:r>
                <a:rPr lang="de-DE" sz="700"/>
                <a:t>KI unterstützt bei einzelnen Aufgaben auf gezielte Anfrage.</a:t>
              </a:r>
              <a:br>
                <a:rPr lang="de-DE" sz="700"/>
              </a:br>
              <a:endParaRPr lang="de-DE" sz="700"/>
            </a:p>
            <a:p>
              <a:pPr marL="493713"/>
              <a:r>
                <a:rPr lang="de-DE" sz="700"/>
                <a:t>Der Mensch trifft alle Entscheidungen und steuert den gesamten Entwicklungsprozess.</a:t>
              </a:r>
            </a:p>
          </p:txBody>
        </p:sp>
        <p:pic>
          <p:nvPicPr>
            <p:cNvPr id="21" name="Grafik 51" descr="Benutzer Silhouette">
              <a:extLst>
                <a:ext uri="{FF2B5EF4-FFF2-40B4-BE49-F238E27FC236}">
                  <a16:creationId xmlns:a16="http://schemas.microsoft.com/office/drawing/2014/main" id="{A093309F-AB92-76E0-579A-CF1ACFAF1E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319111" y="2336775"/>
              <a:ext cx="661192" cy="661192"/>
            </a:xfrm>
            <a:prstGeom prst="rect">
              <a:avLst/>
            </a:prstGeom>
          </p:spPr>
        </p:pic>
        <p:pic>
          <p:nvPicPr>
            <p:cNvPr id="22" name="Grafik 59" descr="Netzwerk Silhouette">
              <a:extLst>
                <a:ext uri="{FF2B5EF4-FFF2-40B4-BE49-F238E27FC236}">
                  <a16:creationId xmlns:a16="http://schemas.microsoft.com/office/drawing/2014/main" id="{91734165-3F76-FC42-5DC8-26995D404C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319111" y="1395699"/>
              <a:ext cx="661192" cy="661192"/>
            </a:xfrm>
            <a:prstGeom prst="rect">
              <a:avLst/>
            </a:prstGeom>
          </p:spPr>
        </p:pic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DB6EA8B4-7C44-D8BA-B60F-CC0BA454170B}"/>
              </a:ext>
            </a:extLst>
          </p:cNvPr>
          <p:cNvGrpSpPr/>
          <p:nvPr/>
        </p:nvGrpSpPr>
        <p:grpSpPr>
          <a:xfrm>
            <a:off x="4303978" y="4812438"/>
            <a:ext cx="2280526" cy="744780"/>
            <a:chOff x="-511175" y="1303020"/>
            <a:chExt cx="5511681" cy="1910249"/>
          </a:xfrm>
        </p:grpSpPr>
        <p:sp>
          <p:nvSpPr>
            <p:cNvPr id="33" name="Rechteck: abgerundete Ecken 23">
              <a:extLst>
                <a:ext uri="{FF2B5EF4-FFF2-40B4-BE49-F238E27FC236}">
                  <a16:creationId xmlns:a16="http://schemas.microsoft.com/office/drawing/2014/main" id="{09F47E68-E7C8-32CF-82A4-DB33D77CF139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-511175" y="1303020"/>
              <a:ext cx="5511681" cy="1910249"/>
            </a:xfrm>
            <a:prstGeom prst="roundRect">
              <a:avLst>
                <a:gd name="adj" fmla="val 9005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93713"/>
              <a:r>
                <a:rPr lang="de-DE" sz="700"/>
                <a:t>KI setzt einzelne, klar definierte Aufgaben oder Tickets um. </a:t>
              </a:r>
            </a:p>
            <a:p>
              <a:pPr marL="493713"/>
              <a:r>
                <a:rPr lang="de-DE" sz="700"/>
                <a:t>Der Mensch liefert kontinuierlich fachlichen Input und Feedback zur technischen Umsetzung und </a:t>
              </a:r>
              <a:r>
                <a:rPr lang="de-DE" sz="700" err="1"/>
                <a:t>reviewed</a:t>
              </a:r>
              <a:r>
                <a:rPr lang="de-DE" sz="700"/>
                <a:t>.</a:t>
              </a:r>
            </a:p>
          </p:txBody>
        </p:sp>
        <p:pic>
          <p:nvPicPr>
            <p:cNvPr id="34" name="Grafik 51" descr="Benutzer Silhouette">
              <a:extLst>
                <a:ext uri="{FF2B5EF4-FFF2-40B4-BE49-F238E27FC236}">
                  <a16:creationId xmlns:a16="http://schemas.microsoft.com/office/drawing/2014/main" id="{0F286515-4DA0-4740-1DA8-FDA350DAD2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319111" y="2336775"/>
              <a:ext cx="661192" cy="661192"/>
            </a:xfrm>
            <a:prstGeom prst="rect">
              <a:avLst/>
            </a:prstGeom>
          </p:spPr>
        </p:pic>
        <p:pic>
          <p:nvPicPr>
            <p:cNvPr id="35" name="Grafik 59" descr="Netzwerk Silhouette">
              <a:extLst>
                <a:ext uri="{FF2B5EF4-FFF2-40B4-BE49-F238E27FC236}">
                  <a16:creationId xmlns:a16="http://schemas.microsoft.com/office/drawing/2014/main" id="{7597A4AB-678C-F37D-FCF9-526EB35263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319111" y="1395699"/>
              <a:ext cx="661192" cy="661192"/>
            </a:xfrm>
            <a:prstGeom prst="rect">
              <a:avLst/>
            </a:prstGeom>
          </p:spPr>
        </p:pic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03DDB170-A9F8-68AF-B685-9A318DD0A61D}"/>
              </a:ext>
            </a:extLst>
          </p:cNvPr>
          <p:cNvGrpSpPr/>
          <p:nvPr/>
        </p:nvGrpSpPr>
        <p:grpSpPr>
          <a:xfrm>
            <a:off x="6670323" y="4496528"/>
            <a:ext cx="2361560" cy="744780"/>
            <a:chOff x="-511175" y="1303020"/>
            <a:chExt cx="5707528" cy="1910249"/>
          </a:xfrm>
        </p:grpSpPr>
        <p:sp>
          <p:nvSpPr>
            <p:cNvPr id="38" name="Rechteck: abgerundete Ecken 23">
              <a:extLst>
                <a:ext uri="{FF2B5EF4-FFF2-40B4-BE49-F238E27FC236}">
                  <a16:creationId xmlns:a16="http://schemas.microsoft.com/office/drawing/2014/main" id="{B79CA434-5E29-2B21-3F88-00964DFBC8F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-511175" y="1303020"/>
              <a:ext cx="5707528" cy="1910249"/>
            </a:xfrm>
            <a:prstGeom prst="roundRect">
              <a:avLst>
                <a:gd name="adj" fmla="val 9005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93713"/>
              <a:r>
                <a:rPr lang="de-DE" sz="700"/>
                <a:t>KI implementiert Features oder Tickets eigenständig. </a:t>
              </a:r>
            </a:p>
            <a:p>
              <a:pPr marL="493713"/>
              <a:r>
                <a:rPr lang="de-DE" sz="700"/>
                <a:t>Der Mensch konzentriert sich auf Spezifikation, Anforderungsanalyse, Architekturentscheidungen und Review.</a:t>
              </a:r>
            </a:p>
          </p:txBody>
        </p:sp>
        <p:pic>
          <p:nvPicPr>
            <p:cNvPr id="39" name="Grafik 51" descr="Benutzer Silhouette">
              <a:extLst>
                <a:ext uri="{FF2B5EF4-FFF2-40B4-BE49-F238E27FC236}">
                  <a16:creationId xmlns:a16="http://schemas.microsoft.com/office/drawing/2014/main" id="{83D32A82-5146-D70E-BAC1-092CD2FA0F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319111" y="2336775"/>
              <a:ext cx="661192" cy="661192"/>
            </a:xfrm>
            <a:prstGeom prst="rect">
              <a:avLst/>
            </a:prstGeom>
          </p:spPr>
        </p:pic>
        <p:pic>
          <p:nvPicPr>
            <p:cNvPr id="40" name="Grafik 59" descr="Netzwerk Silhouette">
              <a:extLst>
                <a:ext uri="{FF2B5EF4-FFF2-40B4-BE49-F238E27FC236}">
                  <a16:creationId xmlns:a16="http://schemas.microsoft.com/office/drawing/2014/main" id="{8621391C-90A1-5285-98C3-AEC8B783ED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319111" y="1395699"/>
              <a:ext cx="661192" cy="661192"/>
            </a:xfrm>
            <a:prstGeom prst="rect">
              <a:avLst/>
            </a:prstGeom>
          </p:spPr>
        </p:pic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AE7EEF26-4210-B3AB-114E-36F51851964F}"/>
              </a:ext>
            </a:extLst>
          </p:cNvPr>
          <p:cNvGrpSpPr/>
          <p:nvPr/>
        </p:nvGrpSpPr>
        <p:grpSpPr>
          <a:xfrm>
            <a:off x="9062263" y="4042874"/>
            <a:ext cx="2280526" cy="744780"/>
            <a:chOff x="-511175" y="1303020"/>
            <a:chExt cx="5511681" cy="1910249"/>
          </a:xfrm>
        </p:grpSpPr>
        <p:sp>
          <p:nvSpPr>
            <p:cNvPr id="42" name="Rechteck: abgerundete Ecken 23">
              <a:extLst>
                <a:ext uri="{FF2B5EF4-FFF2-40B4-BE49-F238E27FC236}">
                  <a16:creationId xmlns:a16="http://schemas.microsoft.com/office/drawing/2014/main" id="{DC98F601-DFE1-B4DF-D921-FD641C2AD7F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-511175" y="1303020"/>
              <a:ext cx="5511681" cy="1910249"/>
            </a:xfrm>
            <a:prstGeom prst="roundRect">
              <a:avLst>
                <a:gd name="adj" fmla="val 9005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93713"/>
              <a:r>
                <a:rPr lang="de-DE" sz="700"/>
                <a:t>KI übernimmt die vollständige Produktentwicklung. </a:t>
              </a:r>
            </a:p>
            <a:p>
              <a:pPr marL="493713"/>
              <a:r>
                <a:rPr lang="de-DE" sz="700"/>
                <a:t>Der Mensch agiert als </a:t>
              </a:r>
              <a:r>
                <a:rPr lang="de-DE" sz="700" err="1"/>
                <a:t>Product</a:t>
              </a:r>
              <a:r>
                <a:rPr lang="de-DE" sz="700"/>
                <a:t> </a:t>
              </a:r>
              <a:r>
                <a:rPr lang="de-DE" sz="700" err="1"/>
                <a:t>Owner</a:t>
              </a:r>
              <a:r>
                <a:rPr lang="de-DE" sz="700"/>
                <a:t>, verantwortet Stakeholder-Kommunikation und strategische Ausrichtung und greift bei Bedarf ein.  </a:t>
              </a:r>
            </a:p>
          </p:txBody>
        </p:sp>
        <p:pic>
          <p:nvPicPr>
            <p:cNvPr id="43" name="Grafik 51" descr="Benutzer Silhouette">
              <a:extLst>
                <a:ext uri="{FF2B5EF4-FFF2-40B4-BE49-F238E27FC236}">
                  <a16:creationId xmlns:a16="http://schemas.microsoft.com/office/drawing/2014/main" id="{ADA751A2-6BB1-E43D-10EE-B32FA4C56A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319111" y="2336775"/>
              <a:ext cx="661192" cy="661192"/>
            </a:xfrm>
            <a:prstGeom prst="rect">
              <a:avLst/>
            </a:prstGeom>
          </p:spPr>
        </p:pic>
        <p:pic>
          <p:nvPicPr>
            <p:cNvPr id="44" name="Grafik 59" descr="Netzwerk Silhouette">
              <a:extLst>
                <a:ext uri="{FF2B5EF4-FFF2-40B4-BE49-F238E27FC236}">
                  <a16:creationId xmlns:a16="http://schemas.microsoft.com/office/drawing/2014/main" id="{CE4730A7-840C-405C-1B15-8DD9B8F59F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319111" y="1395699"/>
              <a:ext cx="661192" cy="661192"/>
            </a:xfrm>
            <a:prstGeom prst="rect">
              <a:avLst/>
            </a:prstGeom>
          </p:spPr>
        </p:pic>
      </p:grpSp>
      <p:cxnSp>
        <p:nvCxnSpPr>
          <p:cNvPr id="50" name="Gerade Verbindung 49">
            <a:extLst>
              <a:ext uri="{FF2B5EF4-FFF2-40B4-BE49-F238E27FC236}">
                <a16:creationId xmlns:a16="http://schemas.microsoft.com/office/drawing/2014/main" id="{873DB1A6-3E18-C854-2168-33F597F5662E}"/>
              </a:ext>
            </a:extLst>
          </p:cNvPr>
          <p:cNvCxnSpPr>
            <a:cxnSpLocks/>
            <a:stCxn id="48" idx="1"/>
          </p:cNvCxnSpPr>
          <p:nvPr/>
        </p:nvCxnSpPr>
        <p:spPr>
          <a:xfrm flipH="1">
            <a:off x="1885535" y="1129895"/>
            <a:ext cx="7095" cy="4771257"/>
          </a:xfrm>
          <a:prstGeom prst="line">
            <a:avLst/>
          </a:prstGeom>
          <a:ln>
            <a:prstDash val="dash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2" name="Gerade Verbindung 51">
            <a:extLst>
              <a:ext uri="{FF2B5EF4-FFF2-40B4-BE49-F238E27FC236}">
                <a16:creationId xmlns:a16="http://schemas.microsoft.com/office/drawing/2014/main" id="{2AFD77C3-9F6C-DEEC-F1C4-A74ACB95F350}"/>
              </a:ext>
            </a:extLst>
          </p:cNvPr>
          <p:cNvCxnSpPr>
            <a:cxnSpLocks/>
            <a:stCxn id="48" idx="3"/>
          </p:cNvCxnSpPr>
          <p:nvPr/>
        </p:nvCxnSpPr>
        <p:spPr>
          <a:xfrm flipH="1">
            <a:off x="6592576" y="1129895"/>
            <a:ext cx="15824" cy="4801202"/>
          </a:xfrm>
          <a:prstGeom prst="line">
            <a:avLst/>
          </a:prstGeom>
          <a:ln>
            <a:prstDash val="dash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6" name="Gerade Verbindung 55">
            <a:extLst>
              <a:ext uri="{FF2B5EF4-FFF2-40B4-BE49-F238E27FC236}">
                <a16:creationId xmlns:a16="http://schemas.microsoft.com/office/drawing/2014/main" id="{7CA18A7E-6FAC-B353-FC32-96D188D002F3}"/>
              </a:ext>
            </a:extLst>
          </p:cNvPr>
          <p:cNvCxnSpPr>
            <a:cxnSpLocks/>
          </p:cNvCxnSpPr>
          <p:nvPr/>
        </p:nvCxnSpPr>
        <p:spPr>
          <a:xfrm flipH="1">
            <a:off x="6651842" y="997837"/>
            <a:ext cx="7239" cy="4912437"/>
          </a:xfrm>
          <a:prstGeom prst="line">
            <a:avLst/>
          </a:prstGeom>
          <a:ln>
            <a:solidFill>
              <a:srgbClr val="FF9868"/>
            </a:solidFill>
            <a:prstDash val="dash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7" name="Gerade Verbindung 56">
            <a:extLst>
              <a:ext uri="{FF2B5EF4-FFF2-40B4-BE49-F238E27FC236}">
                <a16:creationId xmlns:a16="http://schemas.microsoft.com/office/drawing/2014/main" id="{FAA25897-D5A5-E8C4-967D-233C8BE2D8EA}"/>
              </a:ext>
            </a:extLst>
          </p:cNvPr>
          <p:cNvCxnSpPr>
            <a:cxnSpLocks/>
          </p:cNvCxnSpPr>
          <p:nvPr/>
        </p:nvCxnSpPr>
        <p:spPr>
          <a:xfrm flipH="1">
            <a:off x="11335768" y="980348"/>
            <a:ext cx="17106" cy="4930883"/>
          </a:xfrm>
          <a:prstGeom prst="line">
            <a:avLst/>
          </a:prstGeom>
          <a:ln>
            <a:solidFill>
              <a:srgbClr val="FF9868"/>
            </a:solidFill>
            <a:prstDash val="dash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3EDA6B-D071-518A-29DD-068BFA973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1505E-17BC-42E2-8008-D2DCD2BEC0EB}" type="datetime1">
              <a:rPr lang="de-DE" smtClean="0"/>
              <a:t>03.09.26</a:t>
            </a:fld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AC494C5A-7E71-EA72-D7D4-E8FBEF47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adSCAILE HackAIthon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C6D40B0-F40F-5466-57B8-213AC3870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10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 descr="Ein Bild, das Blau, Electric Blue (Farbe), Majorelle Blue, Screenshot enthält.&#10;&#10;KI-generierte Inhalte können fehlerhaft sein.">
            <a:extLst>
              <a:ext uri="{FF2B5EF4-FFF2-40B4-BE49-F238E27FC236}">
                <a16:creationId xmlns:a16="http://schemas.microsoft.com/office/drawing/2014/main" id="{FCB7CAE0-62BB-3EA7-312E-7F860C65532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platzhalter 24">
            <a:extLst>
              <a:ext uri="{FF2B5EF4-FFF2-40B4-BE49-F238E27FC236}">
                <a16:creationId xmlns:a16="http://schemas.microsoft.com/office/drawing/2014/main" id="{2D22E960-8838-BF8B-970A-EA586F77293B}"/>
              </a:ext>
            </a:extLst>
          </p:cNvPr>
          <p:cNvSpPr txBox="1">
            <a:spLocks/>
          </p:cNvSpPr>
          <p:nvPr/>
        </p:nvSpPr>
        <p:spPr bwMode="gray">
          <a:xfrm>
            <a:off x="1055852" y="2061000"/>
            <a:ext cx="5111586" cy="93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7200" noProof="0">
                <a:solidFill>
                  <a:schemeClr val="bg1"/>
                </a:solidFill>
              </a:rPr>
              <a:t>/agents</a:t>
            </a:r>
          </a:p>
        </p:txBody>
      </p:sp>
      <p:pic>
        <p:nvPicPr>
          <p:cNvPr id="8" name="!!Arrow">
            <a:extLst>
              <a:ext uri="{FF2B5EF4-FFF2-40B4-BE49-F238E27FC236}">
                <a16:creationId xmlns:a16="http://schemas.microsoft.com/office/drawing/2014/main" id="{C9BA83DB-54CF-D81D-1289-CE310E1625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6240000" y="2277000"/>
            <a:ext cx="504000" cy="504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C2D554B-594F-38F8-AD47-DC2CE35B4B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1056000" y="4106841"/>
            <a:ext cx="504000" cy="47415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9C26CEC2-8AC4-34DC-D3BF-6B70A56955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gray">
          <a:xfrm>
            <a:off x="4800000" y="4149833"/>
            <a:ext cx="504000" cy="431167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47E8E5DB-3F2E-15AB-DC7D-4A8920C50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gray">
          <a:xfrm>
            <a:off x="8544000" y="4090351"/>
            <a:ext cx="504000" cy="490649"/>
          </a:xfrm>
          <a:prstGeom prst="rect">
            <a:avLst/>
          </a:prstGeom>
        </p:spPr>
      </p:pic>
      <p:pic>
        <p:nvPicPr>
          <p:cNvPr id="17" name="Pill">
            <a:extLst>
              <a:ext uri="{FF2B5EF4-FFF2-40B4-BE49-F238E27FC236}">
                <a16:creationId xmlns:a16="http://schemas.microsoft.com/office/drawing/2014/main" id="{450E4EB7-1527-21C3-1056-977CB610A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18" name="Pill">
            <a:extLst>
              <a:ext uri="{FF2B5EF4-FFF2-40B4-BE49-F238E27FC236}">
                <a16:creationId xmlns:a16="http://schemas.microsoft.com/office/drawing/2014/main" id="{046AA086-03AB-1D1D-324F-D5256CC98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pic>
        <p:nvPicPr>
          <p:cNvPr id="19" name="Logo">
            <a:extLst>
              <a:ext uri="{FF2B5EF4-FFF2-40B4-BE49-F238E27FC236}">
                <a16:creationId xmlns:a16="http://schemas.microsoft.com/office/drawing/2014/main" id="{45193F4B-19D3-F5C8-1E19-4E80576C8E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gray">
          <a:xfrm>
            <a:off x="11322000" y="6414338"/>
            <a:ext cx="532705" cy="210187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6759C86-7968-9023-64E4-49654D6A2006}"/>
              </a:ext>
            </a:extLst>
          </p:cNvPr>
          <p:cNvSpPr txBox="1">
            <a:spLocks/>
          </p:cNvSpPr>
          <p:nvPr/>
        </p:nvSpPr>
        <p:spPr bwMode="gray">
          <a:xfrm>
            <a:off x="1055440" y="4725144"/>
            <a:ext cx="3239325" cy="1440000"/>
          </a:xfrm>
          <a:prstGeom prst="rect">
            <a:avLst/>
          </a:prstGeom>
          <a:noFill/>
        </p:spPr>
        <p:txBody>
          <a:bodyPr lIns="0" tIns="0" rIns="0" bIns="0"/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GB" err="1"/>
              <a:t>Eigene</a:t>
            </a:r>
            <a:r>
              <a:rPr lang="en-GB"/>
              <a:t> Models</a:t>
            </a:r>
            <a:endParaRPr lang="en-GB" noProof="0"/>
          </a:p>
          <a:p>
            <a:pPr lvl="5"/>
            <a:r>
              <a:rPr lang="en-GB" noProof="0" err="1"/>
              <a:t>Kleinere</a:t>
            </a:r>
            <a:r>
              <a:rPr lang="en-GB" noProof="0"/>
              <a:t> Claude </a:t>
            </a:r>
            <a:r>
              <a:rPr lang="en-GB" noProof="0" err="1"/>
              <a:t>sparen</a:t>
            </a:r>
            <a:r>
              <a:rPr lang="en-GB" noProof="0"/>
              <a:t> Kosten &amp; Zeit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46C5BF80-C406-20F0-1111-46B25DF50C6F}"/>
              </a:ext>
            </a:extLst>
          </p:cNvPr>
          <p:cNvSpPr txBox="1">
            <a:spLocks/>
          </p:cNvSpPr>
          <p:nvPr/>
        </p:nvSpPr>
        <p:spPr bwMode="gray">
          <a:xfrm>
            <a:off x="4799856" y="4725144"/>
            <a:ext cx="3239325" cy="1440000"/>
          </a:xfrm>
          <a:prstGeom prst="rect">
            <a:avLst/>
          </a:prstGeom>
          <a:noFill/>
        </p:spPr>
        <p:txBody>
          <a:bodyPr lIns="0" tIns="0" rIns="0" bIns="0"/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GB"/>
              <a:t>Kann </a:t>
            </a:r>
            <a:r>
              <a:rPr lang="en-GB" err="1"/>
              <a:t>eigene</a:t>
            </a:r>
            <a:r>
              <a:rPr lang="en-GB"/>
              <a:t> Subagents </a:t>
            </a:r>
            <a:r>
              <a:rPr lang="en-GB" err="1"/>
              <a:t>spawnen</a:t>
            </a:r>
            <a:endParaRPr lang="en-GB"/>
          </a:p>
          <a:p>
            <a:pPr lvl="5"/>
            <a:r>
              <a:rPr lang="en-GB"/>
              <a:t>Wie z. B. die Claude Default Subagents: </a:t>
            </a:r>
          </a:p>
          <a:p>
            <a:pPr lvl="5"/>
            <a:r>
              <a:rPr lang="en-GB" sz="1100"/>
              <a:t>explore, plan, general-purpose, …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C587491C-F850-ED3A-CF77-8F9DAD210F8A}"/>
              </a:ext>
            </a:extLst>
          </p:cNvPr>
          <p:cNvSpPr txBox="1">
            <a:spLocks/>
          </p:cNvSpPr>
          <p:nvPr/>
        </p:nvSpPr>
        <p:spPr bwMode="gray">
          <a:xfrm>
            <a:off x="8545307" y="4725144"/>
            <a:ext cx="3239325" cy="1440000"/>
          </a:xfrm>
          <a:prstGeom prst="rect">
            <a:avLst/>
          </a:prstGeom>
          <a:noFill/>
        </p:spPr>
        <p:txBody>
          <a:bodyPr lIns="0" tIns="0" rIns="0" bIns="0"/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GB" noProof="0" dirty="0"/>
              <a:t>Andere Tools / Permission Modes</a:t>
            </a:r>
          </a:p>
          <a:p>
            <a:pPr lvl="5"/>
            <a:r>
              <a:rPr lang="en-GB" noProof="0" dirty="0"/>
              <a:t>Tools:  </a:t>
            </a:r>
            <a:r>
              <a:rPr lang="en-GB" sz="1100" dirty="0"/>
              <a:t>Skills, M</a:t>
            </a:r>
            <a:r>
              <a:rPr lang="en-GB" sz="1100" noProof="0" dirty="0"/>
              <a:t>CP Tools, </a:t>
            </a:r>
            <a:r>
              <a:rPr lang="en-GB" sz="1050" noProof="0" dirty="0"/>
              <a:t>Execution Tools, Bash, Web </a:t>
            </a:r>
            <a:r>
              <a:rPr lang="en-GB" sz="1050" dirty="0"/>
              <a:t>Search,  ,…</a:t>
            </a:r>
            <a:br>
              <a:rPr lang="en-GB" dirty="0"/>
            </a:br>
            <a:br>
              <a:rPr lang="en-GB" dirty="0"/>
            </a:br>
            <a:r>
              <a:rPr lang="en-GB" dirty="0"/>
              <a:t>Permissions: </a:t>
            </a:r>
            <a:r>
              <a:rPr lang="en-GB" sz="1050" dirty="0"/>
              <a:t>default, plan, </a:t>
            </a:r>
            <a:r>
              <a:rPr lang="en-GB" sz="1050" dirty="0" err="1"/>
              <a:t>bypassPermission</a:t>
            </a:r>
            <a:r>
              <a:rPr lang="en-GB" sz="1050" dirty="0"/>
              <a:t>, …</a:t>
            </a:r>
            <a:endParaRPr lang="en-GB" dirty="0"/>
          </a:p>
          <a:p>
            <a:pPr lvl="5"/>
            <a:endParaRPr lang="en-GB" noProof="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9C326099-06E3-9754-D4E6-4298EC4FD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</p:spPr>
        <p:txBody>
          <a:bodyPr/>
          <a:lstStyle/>
          <a:p>
            <a:fld id="{8FF9B0DE-3FEB-4AA0-B465-B80EF7C1333D}" type="slidenum">
              <a:rPr lang="en-GB" noProof="0" smtClean="0"/>
              <a:pPr/>
              <a:t>5</a:t>
            </a:fld>
            <a:endParaRPr lang="en-GB" noProof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CAFA3D7-D6DE-C30E-F386-D04FD6DE2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968000" cy="144000"/>
          </a:xfrm>
        </p:spPr>
        <p:txBody>
          <a:bodyPr/>
          <a:lstStyle/>
          <a:p>
            <a:r>
              <a:rPr lang="en-GB" err="1"/>
              <a:t>adSCAILE</a:t>
            </a:r>
            <a:r>
              <a:rPr lang="en-GB"/>
              <a:t> </a:t>
            </a:r>
            <a:r>
              <a:rPr lang="en-GB" err="1"/>
              <a:t>HackAIthon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205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4AB24-44C0-A6DE-9C4B-B377CB96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 descr="Ein Bild, das Blau, Electric Blue (Farbe), Majorelle Blue, Screenshot enthält.&#10;&#10;KI-generierte Inhalte können fehlerhaft sein.">
            <a:extLst>
              <a:ext uri="{FF2B5EF4-FFF2-40B4-BE49-F238E27FC236}">
                <a16:creationId xmlns:a16="http://schemas.microsoft.com/office/drawing/2014/main" id="{BDD039D1-A79D-5EBE-3458-8B42A1A55EA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0" y="277278"/>
            <a:ext cx="12192000" cy="6858000"/>
          </a:xfrm>
          <a:prstGeom prst="rect">
            <a:avLst/>
          </a:prstGeom>
        </p:spPr>
      </p:pic>
      <p:sp>
        <p:nvSpPr>
          <p:cNvPr id="7" name="Textplatzhalter 24">
            <a:extLst>
              <a:ext uri="{FF2B5EF4-FFF2-40B4-BE49-F238E27FC236}">
                <a16:creationId xmlns:a16="http://schemas.microsoft.com/office/drawing/2014/main" id="{D659F277-A1B1-36E3-477E-A4F8D8F18904}"/>
              </a:ext>
            </a:extLst>
          </p:cNvPr>
          <p:cNvSpPr txBox="1">
            <a:spLocks/>
          </p:cNvSpPr>
          <p:nvPr/>
        </p:nvSpPr>
        <p:spPr bwMode="gray">
          <a:xfrm>
            <a:off x="1055852" y="2061000"/>
            <a:ext cx="5111586" cy="93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7200" noProof="0">
                <a:solidFill>
                  <a:schemeClr val="bg1"/>
                </a:solidFill>
              </a:rPr>
              <a:t>/skills</a:t>
            </a:r>
          </a:p>
        </p:txBody>
      </p:sp>
      <p:pic>
        <p:nvPicPr>
          <p:cNvPr id="8" name="!!Arrow">
            <a:extLst>
              <a:ext uri="{FF2B5EF4-FFF2-40B4-BE49-F238E27FC236}">
                <a16:creationId xmlns:a16="http://schemas.microsoft.com/office/drawing/2014/main" id="{F7E1C062-407C-BAF8-FFF4-C6CDAA3E86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6240000" y="2277000"/>
            <a:ext cx="504000" cy="504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D7E627A-F8FC-CBA6-2083-0135505C38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1056000" y="4106841"/>
            <a:ext cx="504000" cy="47415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5C060B11-ACE0-B91C-C7DF-E545FA29E5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gray">
          <a:xfrm>
            <a:off x="4800000" y="4149833"/>
            <a:ext cx="504000" cy="431167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7F1E3C18-7E2A-675D-295A-86D778AF9A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gray">
          <a:xfrm>
            <a:off x="8544000" y="4090351"/>
            <a:ext cx="504000" cy="490649"/>
          </a:xfrm>
          <a:prstGeom prst="rect">
            <a:avLst/>
          </a:prstGeom>
        </p:spPr>
      </p:pic>
      <p:pic>
        <p:nvPicPr>
          <p:cNvPr id="17" name="Pill">
            <a:extLst>
              <a:ext uri="{FF2B5EF4-FFF2-40B4-BE49-F238E27FC236}">
                <a16:creationId xmlns:a16="http://schemas.microsoft.com/office/drawing/2014/main" id="{91C9B29F-BA99-3DCE-1B3B-D47BF7088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18" name="Pill">
            <a:extLst>
              <a:ext uri="{FF2B5EF4-FFF2-40B4-BE49-F238E27FC236}">
                <a16:creationId xmlns:a16="http://schemas.microsoft.com/office/drawing/2014/main" id="{3A707180-8193-6A4C-E379-8570B4368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pic>
        <p:nvPicPr>
          <p:cNvPr id="19" name="Logo">
            <a:extLst>
              <a:ext uri="{FF2B5EF4-FFF2-40B4-BE49-F238E27FC236}">
                <a16:creationId xmlns:a16="http://schemas.microsoft.com/office/drawing/2014/main" id="{1EFBF4C9-95AD-EDA7-DD23-61E3A30378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gray">
          <a:xfrm>
            <a:off x="11322000" y="6414338"/>
            <a:ext cx="532705" cy="210187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695B8B19-6E13-807C-1D68-199CFE3EB7D3}"/>
              </a:ext>
            </a:extLst>
          </p:cNvPr>
          <p:cNvSpPr txBox="1">
            <a:spLocks/>
          </p:cNvSpPr>
          <p:nvPr/>
        </p:nvSpPr>
        <p:spPr bwMode="gray">
          <a:xfrm>
            <a:off x="1054405" y="4725144"/>
            <a:ext cx="3239325" cy="1440000"/>
          </a:xfrm>
          <a:prstGeom prst="rect">
            <a:avLst/>
          </a:prstGeom>
          <a:noFill/>
        </p:spPr>
        <p:txBody>
          <a:bodyPr lIns="0" tIns="0" rIns="0" bIns="0"/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GB" dirty="0"/>
              <a:t>Auch </a:t>
            </a:r>
            <a:r>
              <a:rPr lang="en-GB" dirty="0" err="1"/>
              <a:t>manuell</a:t>
            </a:r>
            <a:r>
              <a:rPr lang="en-GB" dirty="0"/>
              <a:t> </a:t>
            </a:r>
            <a:r>
              <a:rPr lang="en-GB" dirty="0" err="1"/>
              <a:t>aufrufbar</a:t>
            </a:r>
            <a:endParaRPr lang="en-GB" dirty="0"/>
          </a:p>
          <a:p>
            <a:pPr lvl="5"/>
            <a:r>
              <a:rPr lang="en-GB" sz="1200" dirty="0"/>
              <a:t>/fix-file @frontend/</a:t>
            </a:r>
            <a:r>
              <a:rPr lang="en-GB" sz="1200" dirty="0" err="1"/>
              <a:t>src</a:t>
            </a:r>
            <a:r>
              <a:rPr lang="en-GB" sz="1200" dirty="0"/>
              <a:t>/</a:t>
            </a:r>
            <a:r>
              <a:rPr lang="en-GB" sz="1200" dirty="0" err="1"/>
              <a:t>App.tsx</a:t>
            </a:r>
            <a:r>
              <a:rPr lang="en-GB" sz="1200" dirty="0"/>
              <a:t> </a:t>
            </a:r>
            <a:br>
              <a:rPr lang="en-GB" sz="1200" dirty="0"/>
            </a:br>
            <a:r>
              <a:rPr lang="en-GB" sz="1200" dirty="0"/>
              <a:t>“Imports </a:t>
            </a:r>
            <a:r>
              <a:rPr lang="en-GB" sz="1200" dirty="0" err="1"/>
              <a:t>werden</a:t>
            </a:r>
            <a:r>
              <a:rPr lang="en-GB" sz="1200" dirty="0"/>
              <a:t> nicht </a:t>
            </a:r>
            <a:r>
              <a:rPr lang="en-GB" sz="1200" dirty="0" err="1"/>
              <a:t>gefunden</a:t>
            </a:r>
            <a:r>
              <a:rPr lang="en-GB" dirty="0"/>
              <a:t>.”</a:t>
            </a:r>
          </a:p>
          <a:p>
            <a:pPr lvl="4"/>
            <a:endParaRPr lang="en-GB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C631B15B-6083-2FB7-5737-3C9DD2879132}"/>
              </a:ext>
            </a:extLst>
          </p:cNvPr>
          <p:cNvSpPr txBox="1">
            <a:spLocks/>
          </p:cNvSpPr>
          <p:nvPr/>
        </p:nvSpPr>
        <p:spPr bwMode="gray">
          <a:xfrm>
            <a:off x="4799856" y="4725144"/>
            <a:ext cx="3239325" cy="1440000"/>
          </a:xfrm>
          <a:prstGeom prst="rect">
            <a:avLst/>
          </a:prstGeom>
          <a:noFill/>
        </p:spPr>
        <p:txBody>
          <a:bodyPr lIns="0" tIns="0" rIns="0" bIns="0"/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GB" dirty="0" err="1"/>
              <a:t>Können</a:t>
            </a:r>
            <a:r>
              <a:rPr lang="en-GB" dirty="0"/>
              <a:t> </a:t>
            </a:r>
            <a:r>
              <a:rPr lang="en-GB" dirty="0" err="1"/>
              <a:t>eigene</a:t>
            </a:r>
            <a:r>
              <a:rPr lang="en-GB" dirty="0"/>
              <a:t> Subagents </a:t>
            </a:r>
            <a:r>
              <a:rPr lang="en-GB" dirty="0" err="1"/>
              <a:t>erstellen</a:t>
            </a:r>
            <a:endParaRPr lang="en-GB" dirty="0"/>
          </a:p>
          <a:p>
            <a:pPr lvl="5"/>
            <a:r>
              <a:rPr lang="en-GB" sz="1200" dirty="0"/>
              <a:t>Skills </a:t>
            </a:r>
            <a:r>
              <a:rPr lang="en-GB" sz="1200" dirty="0" err="1"/>
              <a:t>können</a:t>
            </a:r>
            <a:r>
              <a:rPr lang="en-GB" sz="1200" dirty="0"/>
              <a:t> </a:t>
            </a:r>
            <a:r>
              <a:rPr lang="en-GB" sz="1200" dirty="0" err="1"/>
              <a:t>wiederum</a:t>
            </a:r>
            <a:r>
              <a:rPr lang="en-GB" sz="1200" dirty="0"/>
              <a:t> </a:t>
            </a:r>
            <a:r>
              <a:rPr lang="en-GB" sz="1200" dirty="0" err="1"/>
              <a:t>neue</a:t>
            </a:r>
            <a:r>
              <a:rPr lang="en-GB" sz="1200" dirty="0"/>
              <a:t> Subagents </a:t>
            </a:r>
            <a:r>
              <a:rPr lang="en-GB" sz="1200" dirty="0" err="1"/>
              <a:t>erstellen</a:t>
            </a:r>
            <a:r>
              <a:rPr lang="en-GB" sz="1200" dirty="0"/>
              <a:t> und </a:t>
            </a:r>
            <a:r>
              <a:rPr lang="en-GB" sz="1200" dirty="0" err="1"/>
              <a:t>starten</a:t>
            </a:r>
            <a:r>
              <a:rPr lang="en-GB" sz="1200" dirty="0"/>
              <a:t>.</a:t>
            </a:r>
            <a:endParaRPr lang="en-GB" dirty="0"/>
          </a:p>
          <a:p>
            <a:pPr lvl="5"/>
            <a:endParaRPr lang="en-GB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579AB455-69FA-D988-35B8-BC4289D0F4AA}"/>
              </a:ext>
            </a:extLst>
          </p:cNvPr>
          <p:cNvSpPr txBox="1">
            <a:spLocks/>
          </p:cNvSpPr>
          <p:nvPr/>
        </p:nvSpPr>
        <p:spPr bwMode="gray">
          <a:xfrm>
            <a:off x="8545307" y="4725144"/>
            <a:ext cx="3239325" cy="1440000"/>
          </a:xfrm>
          <a:prstGeom prst="rect">
            <a:avLst/>
          </a:prstGeom>
          <a:noFill/>
        </p:spPr>
        <p:txBody>
          <a:bodyPr lIns="0" tIns="0" rIns="0" bIns="0"/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GB" noProof="0"/>
              <a:t>Kann </a:t>
            </a:r>
            <a:r>
              <a:rPr lang="en-GB"/>
              <a:t>A</a:t>
            </a:r>
            <a:r>
              <a:rPr lang="en-GB" noProof="0" err="1"/>
              <a:t>rgumente</a:t>
            </a:r>
            <a:r>
              <a:rPr lang="en-GB" noProof="0"/>
              <a:t> </a:t>
            </a:r>
            <a:r>
              <a:rPr lang="en-GB" noProof="0" err="1"/>
              <a:t>annehmen</a:t>
            </a:r>
            <a:endParaRPr lang="en-GB" noProof="0"/>
          </a:p>
          <a:p>
            <a:pPr lvl="5"/>
            <a:r>
              <a:rPr lang="en-GB" noProof="0"/>
              <a:t>“</a:t>
            </a:r>
            <a:r>
              <a:rPr lang="en-US"/>
              <a:t>Fix Jira issue $ARGUMENTS following our coding standards. </a:t>
            </a:r>
            <a:r>
              <a:rPr lang="en-GB" sz="1050"/>
              <a:t>…´”</a:t>
            </a:r>
            <a:endParaRPr lang="en-GB"/>
          </a:p>
          <a:p>
            <a:pPr lvl="5"/>
            <a:endParaRPr lang="en-GB" noProof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36B7729-9D15-13BD-D8D8-C3A02F338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</p:spPr>
        <p:txBody>
          <a:bodyPr/>
          <a:lstStyle/>
          <a:p>
            <a:fld id="{8FF9B0DE-3FEB-4AA0-B465-B80EF7C1333D}" type="slidenum">
              <a:rPr lang="en-GB" noProof="0" smtClean="0"/>
              <a:pPr/>
              <a:t>6</a:t>
            </a:fld>
            <a:endParaRPr lang="en-GB" noProof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A9974A73-5A9E-9897-F194-DF0DF42BD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968000" cy="144000"/>
          </a:xfrm>
        </p:spPr>
        <p:txBody>
          <a:bodyPr/>
          <a:lstStyle/>
          <a:p>
            <a:r>
              <a:rPr lang="en-GB" err="1"/>
              <a:t>adSCAILE</a:t>
            </a:r>
            <a:r>
              <a:rPr lang="en-GB"/>
              <a:t> </a:t>
            </a:r>
            <a:r>
              <a:rPr lang="en-GB" err="1"/>
              <a:t>HackAIthon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484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11525-060B-4966-C69F-43FEA9AFE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19437B-5866-995F-B136-406FAAFE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Agents</a:t>
            </a:r>
            <a:r>
              <a:rPr lang="de-DE"/>
              <a:t> vs. Skills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F1D7E71-B0E7-24E1-EA61-69BEF7EA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7E45BA-2C57-D781-BDFE-F953C2D0F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adSCAILE</a:t>
            </a:r>
            <a:r>
              <a:rPr lang="en-GB"/>
              <a:t> </a:t>
            </a:r>
            <a:r>
              <a:rPr lang="en-GB" err="1"/>
              <a:t>HackAIthon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A58750-B0A3-F6F0-0408-5381CA109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34241-FA21-402B-8FFA-DBC166D48142}" type="datetime1">
              <a:rPr lang="de-DE" smtClean="0"/>
              <a:t>03.09.26</a:t>
            </a:fld>
            <a:endParaRPr lang="en-GB"/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2DB9164D-4912-C92F-2B01-A8A27D644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379457"/>
              </p:ext>
            </p:extLst>
          </p:nvPr>
        </p:nvGraphicFramePr>
        <p:xfrm>
          <a:off x="934720" y="1671001"/>
          <a:ext cx="10596880" cy="4204863"/>
        </p:xfrm>
        <a:graphic>
          <a:graphicData uri="http://schemas.openxmlformats.org/drawingml/2006/table">
            <a:tbl>
              <a:tblPr firstRow="1" bandRow="1">
                <a:tableStyleId>{B45C9562-1D88-4959-98E0-DF01EE10AB55}</a:tableStyleId>
              </a:tblPr>
              <a:tblGrid>
                <a:gridCol w="2649220">
                  <a:extLst>
                    <a:ext uri="{9D8B030D-6E8A-4147-A177-3AD203B41FA5}">
                      <a16:colId xmlns:a16="http://schemas.microsoft.com/office/drawing/2014/main" val="419512789"/>
                    </a:ext>
                  </a:extLst>
                </a:gridCol>
                <a:gridCol w="2649220">
                  <a:extLst>
                    <a:ext uri="{9D8B030D-6E8A-4147-A177-3AD203B41FA5}">
                      <a16:colId xmlns:a16="http://schemas.microsoft.com/office/drawing/2014/main" val="138716594"/>
                    </a:ext>
                  </a:extLst>
                </a:gridCol>
                <a:gridCol w="2649220">
                  <a:extLst>
                    <a:ext uri="{9D8B030D-6E8A-4147-A177-3AD203B41FA5}">
                      <a16:colId xmlns:a16="http://schemas.microsoft.com/office/drawing/2014/main" val="2429118932"/>
                    </a:ext>
                  </a:extLst>
                </a:gridCol>
                <a:gridCol w="2649220">
                  <a:extLst>
                    <a:ext uri="{9D8B030D-6E8A-4147-A177-3AD203B41FA5}">
                      <a16:colId xmlns:a16="http://schemas.microsoft.com/office/drawing/2014/main" val="4280147597"/>
                    </a:ext>
                  </a:extLst>
                </a:gridCol>
              </a:tblGrid>
              <a:tr h="1044742">
                <a:tc>
                  <a:txBody>
                    <a:bodyPr/>
                    <a:lstStyle/>
                    <a:p>
                      <a:pPr algn="ctr"/>
                      <a:endParaRPr lang="en-DE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>
                          <a:solidFill>
                            <a:schemeClr val="bg1"/>
                          </a:solidFill>
                        </a:rPr>
                        <a:t>Hauptagent</a:t>
                      </a:r>
                      <a:endParaRPr lang="en-DE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>
                          <a:solidFill>
                            <a:schemeClr val="bg1"/>
                          </a:solidFill>
                        </a:rPr>
                        <a:t>Subagent</a:t>
                      </a:r>
                      <a:endParaRPr lang="en-DE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err="1">
                          <a:solidFill>
                            <a:schemeClr val="bg1"/>
                          </a:solidFill>
                        </a:rPr>
                        <a:t>Skill</a:t>
                      </a:r>
                      <a:endParaRPr lang="en-DE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273845"/>
                  </a:ext>
                </a:extLst>
              </a:tr>
              <a:tr h="605286">
                <a:tc>
                  <a:txBody>
                    <a:bodyPr/>
                    <a:lstStyle/>
                    <a:p>
                      <a:pPr algn="ctr"/>
                      <a:r>
                        <a:rPr lang="de-DE" b="1">
                          <a:solidFill>
                            <a:schemeClr val="bg1"/>
                          </a:solidFill>
                        </a:rPr>
                        <a:t>Was ist es?</a:t>
                      </a:r>
                      <a:endParaRPr lang="en-DE" b="1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Primäre Claude Instanz</a:t>
                      </a:r>
                      <a:endParaRPr lang="en-DE" sz="14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Isolierte Claude Instanz</a:t>
                      </a:r>
                      <a:endParaRPr lang="en-DE" sz="14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Spezialisierte Fähigkeit </a:t>
                      </a:r>
                      <a:r>
                        <a:rPr lang="de-DE" sz="1100">
                          <a:solidFill>
                            <a:schemeClr val="bg1"/>
                          </a:solidFill>
                        </a:rPr>
                        <a:t>ohne Claude Instanz</a:t>
                      </a:r>
                      <a:endParaRPr lang="en-DE" sz="14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104184"/>
                  </a:ext>
                </a:extLst>
              </a:tr>
              <a:tr h="605286">
                <a:tc>
                  <a:txBody>
                    <a:bodyPr/>
                    <a:lstStyle/>
                    <a:p>
                      <a:pPr algn="ctr"/>
                      <a:r>
                        <a:rPr lang="de-DE" b="1">
                          <a:solidFill>
                            <a:schemeClr val="bg1"/>
                          </a:solidFill>
                        </a:rPr>
                        <a:t>Wo ist es?</a:t>
                      </a:r>
                      <a:endParaRPr lang="en-DE" b="1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DE" sz="14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bg1"/>
                          </a:solidFill>
                        </a:rPr>
                        <a:t>Markdown in .</a:t>
                      </a:r>
                      <a:r>
                        <a:rPr lang="de-DE" sz="1400" dirty="0" err="1">
                          <a:solidFill>
                            <a:schemeClr val="bg1"/>
                          </a:solidFill>
                        </a:rPr>
                        <a:t>claude</a:t>
                      </a:r>
                      <a:r>
                        <a:rPr lang="de-DE" sz="140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de-DE" sz="1400" dirty="0" err="1">
                          <a:solidFill>
                            <a:schemeClr val="bg1"/>
                          </a:solidFill>
                        </a:rPr>
                        <a:t>agents</a:t>
                      </a:r>
                      <a:r>
                        <a:rPr lang="de-DE" sz="1400" dirty="0">
                          <a:solidFill>
                            <a:schemeClr val="bg1"/>
                          </a:solidFill>
                        </a:rPr>
                        <a:t>/</a:t>
                      </a:r>
                      <a:endParaRPr lang="en-DE" sz="14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Markdown in .</a:t>
                      </a:r>
                      <a:r>
                        <a:rPr lang="de-DE" sz="1400" err="1">
                          <a:solidFill>
                            <a:schemeClr val="bg1"/>
                          </a:solidFill>
                        </a:rPr>
                        <a:t>claude</a:t>
                      </a:r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de-DE" sz="1400" err="1">
                          <a:solidFill>
                            <a:schemeClr val="bg1"/>
                          </a:solidFill>
                        </a:rPr>
                        <a:t>skills</a:t>
                      </a:r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/</a:t>
                      </a:r>
                      <a:endParaRPr lang="en-DE" sz="14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06947"/>
                  </a:ext>
                </a:extLst>
              </a:tr>
              <a:tr h="605286">
                <a:tc>
                  <a:txBody>
                    <a:bodyPr/>
                    <a:lstStyle/>
                    <a:p>
                      <a:pPr algn="ctr"/>
                      <a:r>
                        <a:rPr lang="de-DE" b="1">
                          <a:solidFill>
                            <a:schemeClr val="bg1"/>
                          </a:solidFill>
                        </a:rPr>
                        <a:t>Wer aktiviert es?</a:t>
                      </a:r>
                      <a:endParaRPr lang="en-DE" b="1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Du</a:t>
                      </a:r>
                      <a:endParaRPr lang="en-DE" sz="14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bg1"/>
                          </a:solidFill>
                        </a:rPr>
                        <a:t>Claude autonom</a:t>
                      </a:r>
                      <a:endParaRPr lang="en-DE" sz="14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Claude oder du</a:t>
                      </a:r>
                      <a:endParaRPr lang="en-DE" sz="14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1249211"/>
                  </a:ext>
                </a:extLst>
              </a:tr>
              <a:tr h="738977">
                <a:tc>
                  <a:txBody>
                    <a:bodyPr/>
                    <a:lstStyle/>
                    <a:p>
                      <a:pPr algn="ctr"/>
                      <a:r>
                        <a:rPr lang="de-DE" b="1">
                          <a:solidFill>
                            <a:schemeClr val="bg1"/>
                          </a:solidFill>
                        </a:rPr>
                        <a:t>Kontextfenster?</a:t>
                      </a:r>
                      <a:endParaRPr lang="en-DE" b="1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Hauptkontext</a:t>
                      </a:r>
                      <a:endParaRPr lang="en-DE" sz="14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Eigener Kontext</a:t>
                      </a:r>
                      <a:endParaRPr lang="en-DE" sz="14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Ohne</a:t>
                      </a:r>
                      <a:endParaRPr lang="en-DE" sz="14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600946"/>
                  </a:ext>
                </a:extLst>
              </a:tr>
              <a:tr h="605286">
                <a:tc>
                  <a:txBody>
                    <a:bodyPr/>
                    <a:lstStyle/>
                    <a:p>
                      <a:pPr algn="ctr"/>
                      <a:r>
                        <a:rPr lang="de-DE" b="1" err="1">
                          <a:solidFill>
                            <a:schemeClr val="bg1"/>
                          </a:solidFill>
                        </a:rPr>
                        <a:t>Parallelisierbar</a:t>
                      </a:r>
                      <a:r>
                        <a:rPr lang="de-DE" b="1">
                          <a:solidFill>
                            <a:schemeClr val="bg1"/>
                          </a:solidFill>
                        </a:rPr>
                        <a:t>?</a:t>
                      </a:r>
                      <a:endParaRPr lang="en-DE" b="1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DE" sz="14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chemeClr val="bg1"/>
                          </a:solidFill>
                        </a:rPr>
                        <a:t>Ja</a:t>
                      </a:r>
                      <a:endParaRPr lang="en-DE" sz="14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bg1"/>
                          </a:solidFill>
                        </a:rPr>
                        <a:t>Nein</a:t>
                      </a:r>
                      <a:endParaRPr lang="en-DE" sz="14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3404502"/>
                  </a:ext>
                </a:extLst>
              </a:tr>
            </a:tbl>
          </a:graphicData>
        </a:graphic>
      </p:graphicFrame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F3F58C0-456E-B4A1-2946-F2DC089EC31A}"/>
              </a:ext>
            </a:extLst>
          </p:cNvPr>
          <p:cNvGrpSpPr/>
          <p:nvPr/>
        </p:nvGrpSpPr>
        <p:grpSpPr>
          <a:xfrm>
            <a:off x="6509923" y="4702904"/>
            <a:ext cx="342201" cy="322050"/>
            <a:chOff x="3026099" y="5033104"/>
            <a:chExt cx="342201" cy="322050"/>
          </a:xfrm>
          <a:solidFill>
            <a:schemeClr val="bg1"/>
          </a:solidFill>
        </p:grpSpPr>
        <p:sp>
          <p:nvSpPr>
            <p:cNvPr id="12" name="Freihandform 415">
              <a:extLst>
                <a:ext uri="{FF2B5EF4-FFF2-40B4-BE49-F238E27FC236}">
                  <a16:creationId xmlns:a16="http://schemas.microsoft.com/office/drawing/2014/main" id="{E5F7DE0E-2F08-CF68-40B4-D822ADEF5A86}"/>
                </a:ext>
              </a:extLst>
            </p:cNvPr>
            <p:cNvSpPr/>
            <p:nvPr/>
          </p:nvSpPr>
          <p:spPr>
            <a:xfrm>
              <a:off x="3026099" y="5033104"/>
              <a:ext cx="342201" cy="322050"/>
            </a:xfrm>
            <a:custGeom>
              <a:avLst/>
              <a:gdLst>
                <a:gd name="connsiteX0" fmla="*/ 326438 w 342201"/>
                <a:gd name="connsiteY0" fmla="*/ 40265 h 322050"/>
                <a:gd name="connsiteX1" fmla="*/ 271784 w 342201"/>
                <a:gd name="connsiteY1" fmla="*/ 40265 h 322050"/>
                <a:gd name="connsiteX2" fmla="*/ 271652 w 342201"/>
                <a:gd name="connsiteY2" fmla="*/ 24423 h 322050"/>
                <a:gd name="connsiteX3" fmla="*/ 246437 w 342201"/>
                <a:gd name="connsiteY3" fmla="*/ 0 h 322050"/>
                <a:gd name="connsiteX4" fmla="*/ 95808 w 342201"/>
                <a:gd name="connsiteY4" fmla="*/ 0 h 322050"/>
                <a:gd name="connsiteX5" fmla="*/ 70659 w 342201"/>
                <a:gd name="connsiteY5" fmla="*/ 24423 h 322050"/>
                <a:gd name="connsiteX6" fmla="*/ 70528 w 342201"/>
                <a:gd name="connsiteY6" fmla="*/ 40265 h 322050"/>
                <a:gd name="connsiteX7" fmla="*/ 15873 w 342201"/>
                <a:gd name="connsiteY7" fmla="*/ 40265 h 322050"/>
                <a:gd name="connsiteX8" fmla="*/ 890 w 342201"/>
                <a:gd name="connsiteY8" fmla="*/ 53730 h 322050"/>
                <a:gd name="connsiteX9" fmla="*/ 166436 w 342201"/>
                <a:gd name="connsiteY9" fmla="*/ 250696 h 322050"/>
                <a:gd name="connsiteX10" fmla="*/ 166040 w 342201"/>
                <a:gd name="connsiteY10" fmla="*/ 251620 h 322050"/>
                <a:gd name="connsiteX11" fmla="*/ 166040 w 342201"/>
                <a:gd name="connsiteY11" fmla="*/ 268980 h 322050"/>
                <a:gd name="connsiteX12" fmla="*/ 157327 w 342201"/>
                <a:gd name="connsiteY12" fmla="*/ 282643 h 322050"/>
                <a:gd name="connsiteX13" fmla="*/ 93498 w 342201"/>
                <a:gd name="connsiteY13" fmla="*/ 312479 h 322050"/>
                <a:gd name="connsiteX14" fmla="*/ 90726 w 342201"/>
                <a:gd name="connsiteY14" fmla="*/ 318089 h 322050"/>
                <a:gd name="connsiteX15" fmla="*/ 95610 w 342201"/>
                <a:gd name="connsiteY15" fmla="*/ 322050 h 322050"/>
                <a:gd name="connsiteX16" fmla="*/ 246041 w 342201"/>
                <a:gd name="connsiteY16" fmla="*/ 322050 h 322050"/>
                <a:gd name="connsiteX17" fmla="*/ 250925 w 342201"/>
                <a:gd name="connsiteY17" fmla="*/ 318089 h 322050"/>
                <a:gd name="connsiteX18" fmla="*/ 248153 w 342201"/>
                <a:gd name="connsiteY18" fmla="*/ 312479 h 322050"/>
                <a:gd name="connsiteX19" fmla="*/ 184324 w 342201"/>
                <a:gd name="connsiteY19" fmla="*/ 282643 h 322050"/>
                <a:gd name="connsiteX20" fmla="*/ 176139 w 342201"/>
                <a:gd name="connsiteY20" fmla="*/ 268980 h 322050"/>
                <a:gd name="connsiteX21" fmla="*/ 176139 w 342201"/>
                <a:gd name="connsiteY21" fmla="*/ 251620 h 322050"/>
                <a:gd name="connsiteX22" fmla="*/ 175743 w 342201"/>
                <a:gd name="connsiteY22" fmla="*/ 250696 h 322050"/>
                <a:gd name="connsiteX23" fmla="*/ 341356 w 342201"/>
                <a:gd name="connsiteY23" fmla="*/ 53730 h 322050"/>
                <a:gd name="connsiteX24" fmla="*/ 326372 w 342201"/>
                <a:gd name="connsiteY24" fmla="*/ 40265 h 322050"/>
                <a:gd name="connsiteX25" fmla="*/ 10989 w 342201"/>
                <a:gd name="connsiteY25" fmla="*/ 54720 h 322050"/>
                <a:gd name="connsiteX26" fmla="*/ 15939 w 342201"/>
                <a:gd name="connsiteY26" fmla="*/ 50364 h 322050"/>
                <a:gd name="connsiteX27" fmla="*/ 70726 w 342201"/>
                <a:gd name="connsiteY27" fmla="*/ 50364 h 322050"/>
                <a:gd name="connsiteX28" fmla="*/ 137855 w 342201"/>
                <a:gd name="connsiteY28" fmla="*/ 233138 h 322050"/>
                <a:gd name="connsiteX29" fmla="*/ 10989 w 342201"/>
                <a:gd name="connsiteY29" fmla="*/ 54720 h 322050"/>
                <a:gd name="connsiteX30" fmla="*/ 180694 w 342201"/>
                <a:gd name="connsiteY30" fmla="*/ 291819 h 322050"/>
                <a:gd name="connsiteX31" fmla="*/ 223994 w 342201"/>
                <a:gd name="connsiteY31" fmla="*/ 312017 h 322050"/>
                <a:gd name="connsiteX32" fmla="*/ 118449 w 342201"/>
                <a:gd name="connsiteY32" fmla="*/ 312017 h 322050"/>
                <a:gd name="connsiteX33" fmla="*/ 161750 w 342201"/>
                <a:gd name="connsiteY33" fmla="*/ 291819 h 322050"/>
                <a:gd name="connsiteX34" fmla="*/ 171255 w 342201"/>
                <a:gd name="connsiteY34" fmla="*/ 283765 h 322050"/>
                <a:gd name="connsiteX35" fmla="*/ 180760 w 342201"/>
                <a:gd name="connsiteY35" fmla="*/ 291819 h 322050"/>
                <a:gd name="connsiteX36" fmla="*/ 171189 w 342201"/>
                <a:gd name="connsiteY36" fmla="*/ 241191 h 322050"/>
                <a:gd name="connsiteX37" fmla="*/ 80825 w 342201"/>
                <a:gd name="connsiteY37" fmla="*/ 24687 h 322050"/>
                <a:gd name="connsiteX38" fmla="*/ 95940 w 342201"/>
                <a:gd name="connsiteY38" fmla="*/ 10033 h 322050"/>
                <a:gd name="connsiteX39" fmla="*/ 246569 w 342201"/>
                <a:gd name="connsiteY39" fmla="*/ 10033 h 322050"/>
                <a:gd name="connsiteX40" fmla="*/ 261090 w 342201"/>
                <a:gd name="connsiteY40" fmla="*/ 24687 h 322050"/>
                <a:gd name="connsiteX41" fmla="*/ 171189 w 342201"/>
                <a:gd name="connsiteY41" fmla="*/ 241191 h 322050"/>
                <a:gd name="connsiteX42" fmla="*/ 204523 w 342201"/>
                <a:gd name="connsiteY42" fmla="*/ 233138 h 322050"/>
                <a:gd name="connsiteX43" fmla="*/ 271652 w 342201"/>
                <a:gd name="connsiteY43" fmla="*/ 50364 h 322050"/>
                <a:gd name="connsiteX44" fmla="*/ 326438 w 342201"/>
                <a:gd name="connsiteY44" fmla="*/ 50364 h 322050"/>
                <a:gd name="connsiteX45" fmla="*/ 331388 w 342201"/>
                <a:gd name="connsiteY45" fmla="*/ 54720 h 322050"/>
                <a:gd name="connsiteX46" fmla="*/ 204523 w 342201"/>
                <a:gd name="connsiteY46" fmla="*/ 233138 h 322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42201" h="322050">
                  <a:moveTo>
                    <a:pt x="326438" y="40265"/>
                  </a:moveTo>
                  <a:lnTo>
                    <a:pt x="271784" y="40265"/>
                  </a:lnTo>
                  <a:cubicBezTo>
                    <a:pt x="271784" y="34588"/>
                    <a:pt x="271784" y="29109"/>
                    <a:pt x="271652" y="24423"/>
                  </a:cubicBezTo>
                  <a:cubicBezTo>
                    <a:pt x="271190" y="10759"/>
                    <a:pt x="260233" y="0"/>
                    <a:pt x="246437" y="0"/>
                  </a:cubicBezTo>
                  <a:lnTo>
                    <a:pt x="95808" y="0"/>
                  </a:lnTo>
                  <a:cubicBezTo>
                    <a:pt x="82013" y="0"/>
                    <a:pt x="71055" y="10759"/>
                    <a:pt x="70659" y="24423"/>
                  </a:cubicBezTo>
                  <a:cubicBezTo>
                    <a:pt x="70528" y="29109"/>
                    <a:pt x="70461" y="34588"/>
                    <a:pt x="70528" y="40265"/>
                  </a:cubicBezTo>
                  <a:lnTo>
                    <a:pt x="15873" y="40265"/>
                  </a:lnTo>
                  <a:cubicBezTo>
                    <a:pt x="8085" y="40265"/>
                    <a:pt x="1616" y="46073"/>
                    <a:pt x="890" y="53730"/>
                  </a:cubicBezTo>
                  <a:cubicBezTo>
                    <a:pt x="-2939" y="91750"/>
                    <a:pt x="-1883" y="217494"/>
                    <a:pt x="166436" y="250696"/>
                  </a:cubicBezTo>
                  <a:cubicBezTo>
                    <a:pt x="166436" y="251026"/>
                    <a:pt x="166040" y="251224"/>
                    <a:pt x="166040" y="251620"/>
                  </a:cubicBezTo>
                  <a:lnTo>
                    <a:pt x="166040" y="268980"/>
                  </a:lnTo>
                  <a:cubicBezTo>
                    <a:pt x="166040" y="274855"/>
                    <a:pt x="162608" y="280201"/>
                    <a:pt x="157327" y="282643"/>
                  </a:cubicBezTo>
                  <a:lnTo>
                    <a:pt x="93498" y="312479"/>
                  </a:lnTo>
                  <a:cubicBezTo>
                    <a:pt x="91386" y="313469"/>
                    <a:pt x="90198" y="315845"/>
                    <a:pt x="90726" y="318089"/>
                  </a:cubicBezTo>
                  <a:cubicBezTo>
                    <a:pt x="91188" y="320400"/>
                    <a:pt x="93300" y="322050"/>
                    <a:pt x="95610" y="322050"/>
                  </a:cubicBezTo>
                  <a:lnTo>
                    <a:pt x="246041" y="322050"/>
                  </a:lnTo>
                  <a:cubicBezTo>
                    <a:pt x="248417" y="322050"/>
                    <a:pt x="250463" y="320400"/>
                    <a:pt x="250925" y="318089"/>
                  </a:cubicBezTo>
                  <a:cubicBezTo>
                    <a:pt x="251454" y="315779"/>
                    <a:pt x="250266" y="313469"/>
                    <a:pt x="248153" y="312479"/>
                  </a:cubicBezTo>
                  <a:lnTo>
                    <a:pt x="184324" y="282643"/>
                  </a:lnTo>
                  <a:cubicBezTo>
                    <a:pt x="179572" y="280201"/>
                    <a:pt x="176139" y="274789"/>
                    <a:pt x="176139" y="268980"/>
                  </a:cubicBezTo>
                  <a:lnTo>
                    <a:pt x="176139" y="251620"/>
                  </a:lnTo>
                  <a:cubicBezTo>
                    <a:pt x="176139" y="251224"/>
                    <a:pt x="175809" y="251026"/>
                    <a:pt x="175743" y="250696"/>
                  </a:cubicBezTo>
                  <a:cubicBezTo>
                    <a:pt x="343534" y="217494"/>
                    <a:pt x="345118" y="91750"/>
                    <a:pt x="341356" y="53730"/>
                  </a:cubicBezTo>
                  <a:cubicBezTo>
                    <a:pt x="340630" y="46073"/>
                    <a:pt x="334095" y="40265"/>
                    <a:pt x="326372" y="40265"/>
                  </a:cubicBezTo>
                  <a:close/>
                  <a:moveTo>
                    <a:pt x="10989" y="54720"/>
                  </a:moveTo>
                  <a:cubicBezTo>
                    <a:pt x="11187" y="52212"/>
                    <a:pt x="13365" y="50364"/>
                    <a:pt x="15939" y="50364"/>
                  </a:cubicBezTo>
                  <a:lnTo>
                    <a:pt x="70726" y="50364"/>
                  </a:lnTo>
                  <a:cubicBezTo>
                    <a:pt x="72244" y="105018"/>
                    <a:pt x="83927" y="189969"/>
                    <a:pt x="137855" y="233138"/>
                  </a:cubicBezTo>
                  <a:cubicBezTo>
                    <a:pt x="8481" y="193336"/>
                    <a:pt x="7623" y="88120"/>
                    <a:pt x="10989" y="54720"/>
                  </a:cubicBezTo>
                  <a:close/>
                  <a:moveTo>
                    <a:pt x="180694" y="291819"/>
                  </a:moveTo>
                  <a:lnTo>
                    <a:pt x="223994" y="312017"/>
                  </a:lnTo>
                  <a:lnTo>
                    <a:pt x="118449" y="312017"/>
                  </a:lnTo>
                  <a:lnTo>
                    <a:pt x="161750" y="291819"/>
                  </a:lnTo>
                  <a:cubicBezTo>
                    <a:pt x="165644" y="289442"/>
                    <a:pt x="168746" y="287132"/>
                    <a:pt x="171255" y="283765"/>
                  </a:cubicBezTo>
                  <a:cubicBezTo>
                    <a:pt x="173697" y="287132"/>
                    <a:pt x="176865" y="289442"/>
                    <a:pt x="180760" y="291819"/>
                  </a:cubicBezTo>
                  <a:close/>
                  <a:moveTo>
                    <a:pt x="171189" y="241191"/>
                  </a:moveTo>
                  <a:cubicBezTo>
                    <a:pt x="85379" y="206207"/>
                    <a:pt x="79372" y="78351"/>
                    <a:pt x="80825" y="24687"/>
                  </a:cubicBezTo>
                  <a:cubicBezTo>
                    <a:pt x="81023" y="16502"/>
                    <a:pt x="87689" y="10033"/>
                    <a:pt x="95940" y="10033"/>
                  </a:cubicBezTo>
                  <a:lnTo>
                    <a:pt x="246569" y="10033"/>
                  </a:lnTo>
                  <a:cubicBezTo>
                    <a:pt x="254820" y="10033"/>
                    <a:pt x="261421" y="16436"/>
                    <a:pt x="261090" y="24687"/>
                  </a:cubicBezTo>
                  <a:cubicBezTo>
                    <a:pt x="262477" y="78285"/>
                    <a:pt x="256998" y="206207"/>
                    <a:pt x="171189" y="241191"/>
                  </a:cubicBezTo>
                  <a:close/>
                  <a:moveTo>
                    <a:pt x="204523" y="233138"/>
                  </a:moveTo>
                  <a:cubicBezTo>
                    <a:pt x="258450" y="189969"/>
                    <a:pt x="270134" y="105018"/>
                    <a:pt x="271652" y="50364"/>
                  </a:cubicBezTo>
                  <a:lnTo>
                    <a:pt x="326438" y="50364"/>
                  </a:lnTo>
                  <a:cubicBezTo>
                    <a:pt x="329012" y="50364"/>
                    <a:pt x="331191" y="52278"/>
                    <a:pt x="331388" y="54720"/>
                  </a:cubicBezTo>
                  <a:cubicBezTo>
                    <a:pt x="334755" y="88120"/>
                    <a:pt x="333963" y="193270"/>
                    <a:pt x="204523" y="233138"/>
                  </a:cubicBezTo>
                  <a:close/>
                </a:path>
              </a:pathLst>
            </a:custGeom>
            <a:grpFill/>
            <a:ln w="65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 416">
              <a:extLst>
                <a:ext uri="{FF2B5EF4-FFF2-40B4-BE49-F238E27FC236}">
                  <a16:creationId xmlns:a16="http://schemas.microsoft.com/office/drawing/2014/main" id="{D80893A1-9EC8-8CB4-7001-33BC460E3678}"/>
                </a:ext>
              </a:extLst>
            </p:cNvPr>
            <p:cNvSpPr/>
            <p:nvPr/>
          </p:nvSpPr>
          <p:spPr>
            <a:xfrm>
              <a:off x="3139561" y="5078129"/>
              <a:ext cx="115595" cy="110290"/>
            </a:xfrm>
            <a:custGeom>
              <a:avLst/>
              <a:gdLst>
                <a:gd name="connsiteX0" fmla="*/ 96802 w 115595"/>
                <a:gd name="connsiteY0" fmla="*/ 99795 h 110290"/>
                <a:gd name="connsiteX1" fmla="*/ 91852 w 115595"/>
                <a:gd name="connsiteY1" fmla="*/ 70950 h 110290"/>
                <a:gd name="connsiteX2" fmla="*/ 112842 w 115595"/>
                <a:gd name="connsiteY2" fmla="*/ 50554 h 110290"/>
                <a:gd name="connsiteX3" fmla="*/ 115152 w 115595"/>
                <a:gd name="connsiteY3" fmla="*/ 41246 h 110290"/>
                <a:gd name="connsiteX4" fmla="*/ 107826 w 115595"/>
                <a:gd name="connsiteY4" fmla="*/ 35108 h 110290"/>
                <a:gd name="connsiteX5" fmla="*/ 78914 w 115595"/>
                <a:gd name="connsiteY5" fmla="*/ 30883 h 110290"/>
                <a:gd name="connsiteX6" fmla="*/ 65977 w 115595"/>
                <a:gd name="connsiteY6" fmla="*/ 4678 h 110290"/>
                <a:gd name="connsiteX7" fmla="*/ 49739 w 115595"/>
                <a:gd name="connsiteY7" fmla="*/ 4678 h 110290"/>
                <a:gd name="connsiteX8" fmla="*/ 36802 w 115595"/>
                <a:gd name="connsiteY8" fmla="*/ 30949 h 110290"/>
                <a:gd name="connsiteX9" fmla="*/ 7824 w 115595"/>
                <a:gd name="connsiteY9" fmla="*/ 35174 h 110290"/>
                <a:gd name="connsiteX10" fmla="*/ 432 w 115595"/>
                <a:gd name="connsiteY10" fmla="*/ 41312 h 110290"/>
                <a:gd name="connsiteX11" fmla="*/ 2742 w 115595"/>
                <a:gd name="connsiteY11" fmla="*/ 50619 h 110290"/>
                <a:gd name="connsiteX12" fmla="*/ 23666 w 115595"/>
                <a:gd name="connsiteY12" fmla="*/ 70950 h 110290"/>
                <a:gd name="connsiteX13" fmla="*/ 18716 w 115595"/>
                <a:gd name="connsiteY13" fmla="*/ 99795 h 110290"/>
                <a:gd name="connsiteX14" fmla="*/ 22346 w 115595"/>
                <a:gd name="connsiteY14" fmla="*/ 108574 h 110290"/>
                <a:gd name="connsiteX15" fmla="*/ 31851 w 115595"/>
                <a:gd name="connsiteY15" fmla="*/ 109234 h 110290"/>
                <a:gd name="connsiteX16" fmla="*/ 57726 w 115595"/>
                <a:gd name="connsiteY16" fmla="*/ 95636 h 110290"/>
                <a:gd name="connsiteX17" fmla="*/ 83601 w 115595"/>
                <a:gd name="connsiteY17" fmla="*/ 109234 h 110290"/>
                <a:gd name="connsiteX18" fmla="*/ 87825 w 115595"/>
                <a:gd name="connsiteY18" fmla="*/ 110290 h 110290"/>
                <a:gd name="connsiteX19" fmla="*/ 93106 w 115595"/>
                <a:gd name="connsiteY19" fmla="*/ 108508 h 110290"/>
                <a:gd name="connsiteX20" fmla="*/ 96670 w 115595"/>
                <a:gd name="connsiteY20" fmla="*/ 99663 h 110290"/>
                <a:gd name="connsiteX21" fmla="*/ 86571 w 115595"/>
                <a:gd name="connsiteY21" fmla="*/ 99465 h 110290"/>
                <a:gd name="connsiteX22" fmla="*/ 57858 w 115595"/>
                <a:gd name="connsiteY22" fmla="*/ 84349 h 110290"/>
                <a:gd name="connsiteX23" fmla="*/ 29145 w 115595"/>
                <a:gd name="connsiteY23" fmla="*/ 99465 h 110290"/>
                <a:gd name="connsiteX24" fmla="*/ 34623 w 115595"/>
                <a:gd name="connsiteY24" fmla="*/ 67385 h 110290"/>
                <a:gd name="connsiteX25" fmla="*/ 11323 w 115595"/>
                <a:gd name="connsiteY25" fmla="*/ 44811 h 110290"/>
                <a:gd name="connsiteX26" fmla="*/ 43535 w 115595"/>
                <a:gd name="connsiteY26" fmla="*/ 40124 h 110290"/>
                <a:gd name="connsiteX27" fmla="*/ 57924 w 115595"/>
                <a:gd name="connsiteY27" fmla="*/ 11015 h 110290"/>
                <a:gd name="connsiteX28" fmla="*/ 72314 w 115595"/>
                <a:gd name="connsiteY28" fmla="*/ 40124 h 110290"/>
                <a:gd name="connsiteX29" fmla="*/ 104921 w 115595"/>
                <a:gd name="connsiteY29" fmla="*/ 44283 h 110290"/>
                <a:gd name="connsiteX30" fmla="*/ 81159 w 115595"/>
                <a:gd name="connsiteY30" fmla="*/ 67385 h 110290"/>
                <a:gd name="connsiteX31" fmla="*/ 86637 w 115595"/>
                <a:gd name="connsiteY31" fmla="*/ 99465 h 110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5595" h="110290">
                  <a:moveTo>
                    <a:pt x="96802" y="99795"/>
                  </a:moveTo>
                  <a:lnTo>
                    <a:pt x="91852" y="70950"/>
                  </a:lnTo>
                  <a:lnTo>
                    <a:pt x="112842" y="50554"/>
                  </a:lnTo>
                  <a:cubicBezTo>
                    <a:pt x="115351" y="48111"/>
                    <a:pt x="116209" y="44547"/>
                    <a:pt x="115152" y="41246"/>
                  </a:cubicBezTo>
                  <a:cubicBezTo>
                    <a:pt x="114096" y="37946"/>
                    <a:pt x="111258" y="35570"/>
                    <a:pt x="107826" y="35108"/>
                  </a:cubicBezTo>
                  <a:lnTo>
                    <a:pt x="78914" y="30883"/>
                  </a:lnTo>
                  <a:lnTo>
                    <a:pt x="65977" y="4678"/>
                  </a:lnTo>
                  <a:cubicBezTo>
                    <a:pt x="62875" y="-1592"/>
                    <a:pt x="52841" y="-1526"/>
                    <a:pt x="49739" y="4678"/>
                  </a:cubicBezTo>
                  <a:lnTo>
                    <a:pt x="36802" y="30949"/>
                  </a:lnTo>
                  <a:lnTo>
                    <a:pt x="7824" y="35174"/>
                  </a:lnTo>
                  <a:cubicBezTo>
                    <a:pt x="4392" y="35702"/>
                    <a:pt x="1620" y="38012"/>
                    <a:pt x="432" y="41312"/>
                  </a:cubicBezTo>
                  <a:cubicBezTo>
                    <a:pt x="-624" y="44679"/>
                    <a:pt x="300" y="48177"/>
                    <a:pt x="2742" y="50619"/>
                  </a:cubicBezTo>
                  <a:lnTo>
                    <a:pt x="23666" y="70950"/>
                  </a:lnTo>
                  <a:lnTo>
                    <a:pt x="18716" y="99795"/>
                  </a:lnTo>
                  <a:cubicBezTo>
                    <a:pt x="18121" y="103161"/>
                    <a:pt x="19508" y="106594"/>
                    <a:pt x="22346" y="108574"/>
                  </a:cubicBezTo>
                  <a:cubicBezTo>
                    <a:pt x="25184" y="110554"/>
                    <a:pt x="28749" y="110818"/>
                    <a:pt x="31851" y="109234"/>
                  </a:cubicBezTo>
                  <a:lnTo>
                    <a:pt x="57726" y="95636"/>
                  </a:lnTo>
                  <a:lnTo>
                    <a:pt x="83601" y="109234"/>
                  </a:lnTo>
                  <a:cubicBezTo>
                    <a:pt x="84921" y="109894"/>
                    <a:pt x="86373" y="110290"/>
                    <a:pt x="87825" y="110290"/>
                  </a:cubicBezTo>
                  <a:cubicBezTo>
                    <a:pt x="89674" y="110290"/>
                    <a:pt x="91522" y="109696"/>
                    <a:pt x="93106" y="108508"/>
                  </a:cubicBezTo>
                  <a:cubicBezTo>
                    <a:pt x="95944" y="106462"/>
                    <a:pt x="97265" y="103029"/>
                    <a:pt x="96670" y="99663"/>
                  </a:cubicBezTo>
                  <a:close/>
                  <a:moveTo>
                    <a:pt x="86571" y="99465"/>
                  </a:moveTo>
                  <a:lnTo>
                    <a:pt x="57858" y="84349"/>
                  </a:lnTo>
                  <a:lnTo>
                    <a:pt x="29145" y="99465"/>
                  </a:lnTo>
                  <a:lnTo>
                    <a:pt x="34623" y="67385"/>
                  </a:lnTo>
                  <a:lnTo>
                    <a:pt x="11323" y="44811"/>
                  </a:lnTo>
                  <a:lnTo>
                    <a:pt x="43535" y="40124"/>
                  </a:lnTo>
                  <a:lnTo>
                    <a:pt x="57924" y="11015"/>
                  </a:lnTo>
                  <a:lnTo>
                    <a:pt x="72314" y="40124"/>
                  </a:lnTo>
                  <a:lnTo>
                    <a:pt x="104921" y="44283"/>
                  </a:lnTo>
                  <a:lnTo>
                    <a:pt x="81159" y="67385"/>
                  </a:lnTo>
                  <a:lnTo>
                    <a:pt x="86637" y="99465"/>
                  </a:lnTo>
                  <a:close/>
                </a:path>
              </a:pathLst>
            </a:custGeom>
            <a:grpFill/>
            <a:ln w="65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57591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45C38-61E6-AE57-7B43-4A10B55B8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29B1E9-B4C6-3A6C-ABD6-B7BB202DB9B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055687" y="512676"/>
            <a:ext cx="10728000" cy="1080000"/>
          </a:xfrm>
        </p:spPr>
        <p:txBody>
          <a:bodyPr/>
          <a:lstStyle/>
          <a:p>
            <a:r>
              <a:rPr lang="en-GB" dirty="0" err="1"/>
              <a:t>Beispiel</a:t>
            </a:r>
            <a:r>
              <a:rPr lang="en-GB" dirty="0"/>
              <a:t>: Bundesliga-Tipp-Agent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053AAC8-DB50-F62E-FAE4-D6FCD2AE6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</p:spPr>
        <p:txBody>
          <a:bodyPr/>
          <a:lstStyle/>
          <a:p>
            <a:fld id="{8FF9B0DE-3FEB-4AA0-B465-B80EF7C1333D}" type="slidenum">
              <a:rPr lang="en-GB" noProof="0" smtClean="0"/>
              <a:pPr/>
              <a:t>8</a:t>
            </a:fld>
            <a:endParaRPr lang="en-GB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94AB6D4-9E1C-872B-68D2-30A8E853E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968000" cy="144000"/>
          </a:xfrm>
        </p:spPr>
        <p:txBody>
          <a:bodyPr/>
          <a:lstStyle/>
          <a:p>
            <a:r>
              <a:rPr lang="en-GB" noProof="0"/>
              <a:t>adSCAILE HackAIthon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732D6483-3EBA-D3BE-BD20-99089876564B}"/>
              </a:ext>
            </a:extLst>
          </p:cNvPr>
          <p:cNvGrpSpPr/>
          <p:nvPr/>
        </p:nvGrpSpPr>
        <p:grpSpPr>
          <a:xfrm>
            <a:off x="768000" y="1592676"/>
            <a:ext cx="2212991" cy="4391670"/>
            <a:chOff x="407368" y="1773474"/>
            <a:chExt cx="1872189" cy="4391670"/>
          </a:xfrm>
        </p:grpSpPr>
        <p:sp>
          <p:nvSpPr>
            <p:cNvPr id="10" name="Textplatzhalter 24">
              <a:extLst>
                <a:ext uri="{FF2B5EF4-FFF2-40B4-BE49-F238E27FC236}">
                  <a16:creationId xmlns:a16="http://schemas.microsoft.com/office/drawing/2014/main" id="{055EAAD3-EFC4-E4D6-5A98-5EEA5B2E9EC3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07557" y="1773474"/>
              <a:ext cx="1872000" cy="648000"/>
            </a:xfrm>
            <a:prstGeom prst="rect">
              <a:avLst/>
            </a:prstGeom>
          </p:spPr>
          <p:txBody>
            <a:bodyPr lIns="0" tIns="0" rIns="0" bIns="0" anchor="b" anchorCtr="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>
                  <a:solidFill>
                    <a:schemeClr val="bg1"/>
                  </a:solidFill>
                </a:rPr>
                <a:t>Tools</a:t>
              </a:r>
              <a:endParaRPr lang="en-GB" sz="3200" noProof="0">
                <a:solidFill>
                  <a:schemeClr val="bg1"/>
                </a:solidFill>
              </a:endParaRPr>
            </a:p>
          </p:txBody>
        </p:sp>
        <p:sp>
          <p:nvSpPr>
            <p:cNvPr id="11" name="Inhaltsplatzhalter 2">
              <a:extLst>
                <a:ext uri="{FF2B5EF4-FFF2-40B4-BE49-F238E27FC236}">
                  <a16:creationId xmlns:a16="http://schemas.microsoft.com/office/drawing/2014/main" id="{D0802370-8C23-CC1D-A525-309D285C0FBD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07368" y="2564904"/>
              <a:ext cx="1872000" cy="360024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lvl1pPr marL="18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Fira Sans" panose="020B0503050000020004" pitchFamily="34" charset="0"/>
                <a:buChar char="&gt;"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Fira Sans" panose="020B0503050000020004" pitchFamily="34" charset="0"/>
                <a:buChar char="&gt;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Symbol" panose="05050102010706020507" pitchFamily="18" charset="2"/>
                <a:buChar char="-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72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Symbol" panose="05050102010706020507" pitchFamily="18" charset="2"/>
                <a:buChar char="-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200"/>
                </a:spcAft>
                <a:buFont typeface="Symbol" panose="05050102010706020507" pitchFamily="18" charset="2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Fira Sans" panose="020B0503050000020004" pitchFamily="34" charset="0"/>
                <a:buChar char="&gt;"/>
                <a:defRPr sz="10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288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Fira Sans" panose="020B0503050000020004" pitchFamily="34" charset="0"/>
                <a:buChar char="&gt;"/>
                <a:defRPr sz="10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432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Symbol" panose="05050102010706020507" pitchFamily="18" charset="2"/>
                <a:buChar char="-"/>
                <a:defRPr sz="10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4"/>
              <a:endParaRPr lang="de-DE" sz="1700" b="0">
                <a:latin typeface="Arial"/>
                <a:cs typeface="Arial"/>
              </a:endParaRPr>
            </a:p>
          </p:txBody>
        </p:sp>
      </p:grp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35921F0-2E7B-9F84-42E9-916D25229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8C4DA-A4F0-401C-B310-732B6EFD83F2}" type="datetime1">
              <a:rPr lang="de-DE" smtClean="0"/>
              <a:t>03.09.26</a:t>
            </a:fld>
            <a:endParaRPr lang="en-GB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04CE843-13DA-EDCF-A524-E22749FF50CD}"/>
              </a:ext>
            </a:extLst>
          </p:cNvPr>
          <p:cNvSpPr/>
          <p:nvPr/>
        </p:nvSpPr>
        <p:spPr>
          <a:xfrm>
            <a:off x="766194" y="2300681"/>
            <a:ext cx="1709756" cy="297136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r>
              <a:rPr lang="de-DE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BB910BC-21AB-7143-BE53-AC8E289E6F16}"/>
              </a:ext>
            </a:extLst>
          </p:cNvPr>
          <p:cNvSpPr/>
          <p:nvPr/>
        </p:nvSpPr>
        <p:spPr>
          <a:xfrm>
            <a:off x="841828" y="2746829"/>
            <a:ext cx="1560285" cy="52977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93CE8903-1A86-DD0C-BE74-079F44FA9493}"/>
              </a:ext>
            </a:extLst>
          </p:cNvPr>
          <p:cNvSpPr/>
          <p:nvPr/>
        </p:nvSpPr>
        <p:spPr>
          <a:xfrm>
            <a:off x="2946399" y="2282371"/>
            <a:ext cx="1560285" cy="52977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FC47ACEE-E451-18A1-0B7B-1B52401BD01C}"/>
              </a:ext>
            </a:extLst>
          </p:cNvPr>
          <p:cNvSpPr/>
          <p:nvPr/>
        </p:nvSpPr>
        <p:spPr>
          <a:xfrm>
            <a:off x="2946398" y="2899227"/>
            <a:ext cx="1560285" cy="52977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7BEE54DC-87A6-ED88-498C-139FEF0C5E03}"/>
              </a:ext>
            </a:extLst>
          </p:cNvPr>
          <p:cNvSpPr txBox="1"/>
          <p:nvPr/>
        </p:nvSpPr>
        <p:spPr>
          <a:xfrm>
            <a:off x="843625" y="2366161"/>
            <a:ext cx="156028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800" b="1"/>
              <a:t>Skills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4E5515C9-1BC3-DAEF-AB1E-6C3B7CCC8764}"/>
              </a:ext>
            </a:extLst>
          </p:cNvPr>
          <p:cNvSpPr txBox="1"/>
          <p:nvPr/>
        </p:nvSpPr>
        <p:spPr>
          <a:xfrm>
            <a:off x="1048889" y="2934281"/>
            <a:ext cx="1422400" cy="3439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BF4E1790-C5B6-8CC8-6478-36EC8D219049}"/>
              </a:ext>
            </a:extLst>
          </p:cNvPr>
          <p:cNvSpPr txBox="1"/>
          <p:nvPr/>
        </p:nvSpPr>
        <p:spPr>
          <a:xfrm>
            <a:off x="924387" y="2905786"/>
            <a:ext cx="140062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600"/>
              <a:t>/</a:t>
            </a:r>
            <a:r>
              <a:rPr lang="de-DE" sz="1600" err="1"/>
              <a:t>quoten</a:t>
            </a:r>
            <a:endParaRPr lang="de-DE" sz="1600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4A98A1A-1C08-E4FA-12F3-7853C06EFD67}"/>
              </a:ext>
            </a:extLst>
          </p:cNvPr>
          <p:cNvSpPr/>
          <p:nvPr/>
        </p:nvSpPr>
        <p:spPr>
          <a:xfrm>
            <a:off x="849084" y="3363685"/>
            <a:ext cx="1560285" cy="52977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3EE5C147-6183-EAAF-019D-A192A8AA9FF8}"/>
              </a:ext>
            </a:extLst>
          </p:cNvPr>
          <p:cNvSpPr txBox="1"/>
          <p:nvPr/>
        </p:nvSpPr>
        <p:spPr>
          <a:xfrm>
            <a:off x="931643" y="3522642"/>
            <a:ext cx="140062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600"/>
              <a:t>/</a:t>
            </a:r>
            <a:r>
              <a:rPr lang="de-DE" sz="1600" err="1"/>
              <a:t>aufstellung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534C1F90-BEBB-A172-CAE0-E62945A79AC1}"/>
              </a:ext>
            </a:extLst>
          </p:cNvPr>
          <p:cNvSpPr/>
          <p:nvPr/>
        </p:nvSpPr>
        <p:spPr>
          <a:xfrm>
            <a:off x="849084" y="3980542"/>
            <a:ext cx="1560285" cy="52977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23E0B336-C0F8-8E1E-4567-88F0F5E66E28}"/>
              </a:ext>
            </a:extLst>
          </p:cNvPr>
          <p:cNvSpPr txBox="1"/>
          <p:nvPr/>
        </p:nvSpPr>
        <p:spPr>
          <a:xfrm>
            <a:off x="931643" y="4139499"/>
            <a:ext cx="140062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600"/>
              <a:t>/</a:t>
            </a:r>
            <a:r>
              <a:rPr lang="de-DE" sz="1600" err="1"/>
              <a:t>wetter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07744086-2A0C-09EC-4F83-2D1FD6E4B48B}"/>
              </a:ext>
            </a:extLst>
          </p:cNvPr>
          <p:cNvSpPr/>
          <p:nvPr/>
        </p:nvSpPr>
        <p:spPr>
          <a:xfrm>
            <a:off x="856342" y="4619171"/>
            <a:ext cx="1560285" cy="52977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61DF227D-EFF0-3283-47FE-6045A574A49A}"/>
              </a:ext>
            </a:extLst>
          </p:cNvPr>
          <p:cNvSpPr txBox="1"/>
          <p:nvPr/>
        </p:nvSpPr>
        <p:spPr>
          <a:xfrm>
            <a:off x="938901" y="4778128"/>
            <a:ext cx="140062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600"/>
              <a:t>/</a:t>
            </a:r>
            <a:r>
              <a:rPr lang="de-DE" sz="1600" err="1"/>
              <a:t>historie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1B772C35-6437-E76C-0A18-EFC7654D1BBA}"/>
              </a:ext>
            </a:extLst>
          </p:cNvPr>
          <p:cNvSpPr/>
          <p:nvPr/>
        </p:nvSpPr>
        <p:spPr>
          <a:xfrm>
            <a:off x="2870765" y="2278909"/>
            <a:ext cx="1717013" cy="170136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r>
              <a:rPr lang="de-DE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022B3784-F433-2188-6DD9-E25508B72E26}"/>
              </a:ext>
            </a:extLst>
          </p:cNvPr>
          <p:cNvSpPr/>
          <p:nvPr/>
        </p:nvSpPr>
        <p:spPr>
          <a:xfrm>
            <a:off x="2946399" y="2717800"/>
            <a:ext cx="1560285" cy="52977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5A011396-D955-2482-5192-7361DAED1364}"/>
              </a:ext>
            </a:extLst>
          </p:cNvPr>
          <p:cNvSpPr txBox="1"/>
          <p:nvPr/>
        </p:nvSpPr>
        <p:spPr>
          <a:xfrm>
            <a:off x="2948196" y="2315361"/>
            <a:ext cx="1560286" cy="2842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800" b="1" err="1"/>
              <a:t>Subagents</a:t>
            </a:r>
            <a:endParaRPr lang="de-DE" sz="1800" b="1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C22F342D-29FA-8BCD-36AD-9B15E813E1F3}"/>
              </a:ext>
            </a:extLst>
          </p:cNvPr>
          <p:cNvSpPr txBox="1"/>
          <p:nvPr/>
        </p:nvSpPr>
        <p:spPr>
          <a:xfrm>
            <a:off x="3028958" y="2876757"/>
            <a:ext cx="140062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600"/>
              <a:t>Rechner-Agent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FC705C9B-FFFA-704E-2332-B539507663A7}"/>
              </a:ext>
            </a:extLst>
          </p:cNvPr>
          <p:cNvSpPr/>
          <p:nvPr/>
        </p:nvSpPr>
        <p:spPr>
          <a:xfrm>
            <a:off x="2953655" y="3334656"/>
            <a:ext cx="1560285" cy="52977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C9521018-BC19-D41F-E202-2917A52B5C7A}"/>
              </a:ext>
            </a:extLst>
          </p:cNvPr>
          <p:cNvSpPr txBox="1"/>
          <p:nvPr/>
        </p:nvSpPr>
        <p:spPr>
          <a:xfrm>
            <a:off x="3036214" y="3493613"/>
            <a:ext cx="1400629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600"/>
              <a:t>Ergebnis-Agent</a:t>
            </a:r>
            <a:endParaRPr lang="de-DE"/>
          </a:p>
        </p:txBody>
      </p:sp>
      <p:pic>
        <p:nvPicPr>
          <p:cNvPr id="52" name="Grafik 51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23BBFE0F-6BEE-67CC-F635-CCC9D9F64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543" y="2746827"/>
            <a:ext cx="1560287" cy="1596573"/>
          </a:xfrm>
          <a:prstGeom prst="rect">
            <a:avLst/>
          </a:prstGeom>
        </p:spPr>
      </p:pic>
      <p:sp>
        <p:nvSpPr>
          <p:cNvPr id="53" name="Pfeil: nach rechts 52">
            <a:extLst>
              <a:ext uri="{FF2B5EF4-FFF2-40B4-BE49-F238E27FC236}">
                <a16:creationId xmlns:a16="http://schemas.microsoft.com/office/drawing/2014/main" id="{6C8A6F1B-3D29-B63F-8AFA-1147F7B91D24}"/>
              </a:ext>
            </a:extLst>
          </p:cNvPr>
          <p:cNvSpPr/>
          <p:nvPr/>
        </p:nvSpPr>
        <p:spPr>
          <a:xfrm>
            <a:off x="5448045" y="3093247"/>
            <a:ext cx="1167094" cy="695089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451E16A4-4461-F4F9-A0FE-97C94F5AF5F9}"/>
              </a:ext>
            </a:extLst>
          </p:cNvPr>
          <p:cNvSpPr/>
          <p:nvPr/>
        </p:nvSpPr>
        <p:spPr>
          <a:xfrm>
            <a:off x="8839198" y="1796142"/>
            <a:ext cx="957943" cy="52977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DECE164A-382A-4B86-313D-EB25B731C412}"/>
              </a:ext>
            </a:extLst>
          </p:cNvPr>
          <p:cNvSpPr txBox="1"/>
          <p:nvPr/>
        </p:nvSpPr>
        <p:spPr>
          <a:xfrm>
            <a:off x="8914500" y="1947842"/>
            <a:ext cx="86360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600"/>
              <a:t>/</a:t>
            </a:r>
            <a:r>
              <a:rPr lang="de-DE" sz="1600" err="1"/>
              <a:t>quoten</a:t>
            </a:r>
            <a:endParaRPr lang="de-DE" sz="1600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550EE1A7-1B06-E325-F43A-EE395A7D4E82}"/>
              </a:ext>
            </a:extLst>
          </p:cNvPr>
          <p:cNvSpPr/>
          <p:nvPr/>
        </p:nvSpPr>
        <p:spPr>
          <a:xfrm>
            <a:off x="7177312" y="2616199"/>
            <a:ext cx="1378857" cy="52977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0E2AB015-038B-40A9-A76A-B74058092F81}"/>
              </a:ext>
            </a:extLst>
          </p:cNvPr>
          <p:cNvSpPr txBox="1"/>
          <p:nvPr/>
        </p:nvSpPr>
        <p:spPr>
          <a:xfrm>
            <a:off x="7259871" y="2775156"/>
            <a:ext cx="1240972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600"/>
              <a:t>/</a:t>
            </a:r>
            <a:r>
              <a:rPr lang="de-DE" sz="1600" err="1"/>
              <a:t>aufstellung</a:t>
            </a: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8BD58FE5-6308-C9F7-71C0-65AAA6FAB636}"/>
              </a:ext>
            </a:extLst>
          </p:cNvPr>
          <p:cNvSpPr/>
          <p:nvPr/>
        </p:nvSpPr>
        <p:spPr>
          <a:xfrm>
            <a:off x="7162797" y="3864427"/>
            <a:ext cx="1001485" cy="522515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03BDC0E5-B343-2CB1-840D-5B109B8FFFF7}"/>
              </a:ext>
            </a:extLst>
          </p:cNvPr>
          <p:cNvSpPr txBox="1"/>
          <p:nvPr/>
        </p:nvSpPr>
        <p:spPr>
          <a:xfrm>
            <a:off x="7245356" y="4037898"/>
            <a:ext cx="140062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600"/>
              <a:t>/</a:t>
            </a:r>
            <a:r>
              <a:rPr lang="de-DE" sz="1600" err="1"/>
              <a:t>wetter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BEB95388-C280-57B8-E8C0-940F9C13E933}"/>
              </a:ext>
            </a:extLst>
          </p:cNvPr>
          <p:cNvSpPr/>
          <p:nvPr/>
        </p:nvSpPr>
        <p:spPr>
          <a:xfrm>
            <a:off x="9013369" y="5047341"/>
            <a:ext cx="1074057" cy="500744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A7A8BFC9-604A-5F8F-AA9D-EF5FBEBBE05E}"/>
              </a:ext>
            </a:extLst>
          </p:cNvPr>
          <p:cNvSpPr txBox="1"/>
          <p:nvPr/>
        </p:nvSpPr>
        <p:spPr>
          <a:xfrm>
            <a:off x="9095928" y="5177270"/>
            <a:ext cx="140062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600"/>
              <a:t>/</a:t>
            </a:r>
            <a:r>
              <a:rPr lang="de-DE" sz="1600" err="1"/>
              <a:t>historie</a:t>
            </a: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8D00FB91-9D98-43AF-F37B-EEC7A081BB32}"/>
              </a:ext>
            </a:extLst>
          </p:cNvPr>
          <p:cNvSpPr/>
          <p:nvPr/>
        </p:nvSpPr>
        <p:spPr>
          <a:xfrm>
            <a:off x="10580913" y="4016828"/>
            <a:ext cx="1560285" cy="52977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0626AFFD-E74D-83C6-2BB4-FCC0160F3547}"/>
              </a:ext>
            </a:extLst>
          </p:cNvPr>
          <p:cNvSpPr txBox="1"/>
          <p:nvPr/>
        </p:nvSpPr>
        <p:spPr>
          <a:xfrm>
            <a:off x="10663472" y="4175785"/>
            <a:ext cx="1400629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/>
              <a:t>Rechner-Agent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8DCAC157-EAAB-E514-9D54-DB42278DBCB8}"/>
              </a:ext>
            </a:extLst>
          </p:cNvPr>
          <p:cNvSpPr/>
          <p:nvPr/>
        </p:nvSpPr>
        <p:spPr>
          <a:xfrm>
            <a:off x="10218054" y="1904998"/>
            <a:ext cx="1560285" cy="52977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CF0F7B49-144D-B83A-41B7-3FB69531D4D2}"/>
              </a:ext>
            </a:extLst>
          </p:cNvPr>
          <p:cNvSpPr txBox="1"/>
          <p:nvPr/>
        </p:nvSpPr>
        <p:spPr>
          <a:xfrm>
            <a:off x="10300613" y="2063955"/>
            <a:ext cx="1400629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600"/>
              <a:t>Ergebnis-Agent</a:t>
            </a:r>
            <a:endParaRPr lang="de-DE"/>
          </a:p>
        </p:txBody>
      </p: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61334341-855C-5FBA-D827-06D115B75D52}"/>
              </a:ext>
            </a:extLst>
          </p:cNvPr>
          <p:cNvCxnSpPr/>
          <p:nvPr/>
        </p:nvCxnSpPr>
        <p:spPr>
          <a:xfrm flipV="1">
            <a:off x="8264525" y="3805010"/>
            <a:ext cx="660400" cy="2685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128C71C3-6CFB-0A0B-2986-20087D7B468D}"/>
              </a:ext>
            </a:extLst>
          </p:cNvPr>
          <p:cNvCxnSpPr>
            <a:cxnSpLocks/>
          </p:cNvCxnSpPr>
          <p:nvPr/>
        </p:nvCxnSpPr>
        <p:spPr>
          <a:xfrm flipV="1">
            <a:off x="9483724" y="4298495"/>
            <a:ext cx="50799" cy="6458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2A30A77C-5905-7E04-6C9B-A2981169C18D}"/>
              </a:ext>
            </a:extLst>
          </p:cNvPr>
          <p:cNvCxnSpPr>
            <a:cxnSpLocks/>
          </p:cNvCxnSpPr>
          <p:nvPr/>
        </p:nvCxnSpPr>
        <p:spPr>
          <a:xfrm flipH="1" flipV="1">
            <a:off x="10565037" y="3638094"/>
            <a:ext cx="529772" cy="30479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539CA14A-B8A9-D77C-D2EA-7BF8A4AD7058}"/>
              </a:ext>
            </a:extLst>
          </p:cNvPr>
          <p:cNvCxnSpPr>
            <a:cxnSpLocks/>
          </p:cNvCxnSpPr>
          <p:nvPr/>
        </p:nvCxnSpPr>
        <p:spPr>
          <a:xfrm>
            <a:off x="8620124" y="2905123"/>
            <a:ext cx="297544" cy="2322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500F21EF-8991-6A1F-4B02-F758953203BB}"/>
              </a:ext>
            </a:extLst>
          </p:cNvPr>
          <p:cNvCxnSpPr>
            <a:cxnSpLocks/>
          </p:cNvCxnSpPr>
          <p:nvPr/>
        </p:nvCxnSpPr>
        <p:spPr>
          <a:xfrm flipH="1">
            <a:off x="9476466" y="2433408"/>
            <a:ext cx="7256" cy="442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6113A70-8818-1620-4C82-C5122C1115FA}"/>
              </a:ext>
            </a:extLst>
          </p:cNvPr>
          <p:cNvCxnSpPr>
            <a:cxnSpLocks/>
          </p:cNvCxnSpPr>
          <p:nvPr/>
        </p:nvCxnSpPr>
        <p:spPr>
          <a:xfrm flipH="1">
            <a:off x="10434408" y="2535008"/>
            <a:ext cx="493487" cy="4136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313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3B1CD-861A-9393-5888-FD52D26D5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9D80CC-8E7E-2AC6-6A0F-E4111888DC3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055687" y="512676"/>
            <a:ext cx="10728000" cy="1080000"/>
          </a:xfrm>
        </p:spPr>
        <p:txBody>
          <a:bodyPr/>
          <a:lstStyle/>
          <a:p>
            <a:r>
              <a:rPr lang="de-DE" noProof="0"/>
              <a:t>Vorgabe: Erstellt und verwendet mindestens 3 Agenten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5D0213-AFBE-D06A-0532-EE9850711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</p:spPr>
        <p:txBody>
          <a:bodyPr/>
          <a:lstStyle/>
          <a:p>
            <a:fld id="{8FF9B0DE-3FEB-4AA0-B465-B80EF7C1333D}" type="slidenum">
              <a:rPr lang="de-DE" noProof="0" smtClean="0"/>
              <a:pPr/>
              <a:t>9</a:t>
            </a:fld>
            <a:endParaRPr lang="de-DE" noProof="0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96DF751-77A3-0160-E24D-9B94510688F6}"/>
              </a:ext>
            </a:extLst>
          </p:cNvPr>
          <p:cNvGrpSpPr/>
          <p:nvPr/>
        </p:nvGrpSpPr>
        <p:grpSpPr>
          <a:xfrm>
            <a:off x="1054759" y="5022850"/>
            <a:ext cx="2647290" cy="1142294"/>
            <a:chOff x="407368" y="1773474"/>
            <a:chExt cx="1966757" cy="4391670"/>
          </a:xfrm>
        </p:grpSpPr>
        <p:sp>
          <p:nvSpPr>
            <p:cNvPr id="10" name="Textplatzhalter 24">
              <a:extLst>
                <a:ext uri="{FF2B5EF4-FFF2-40B4-BE49-F238E27FC236}">
                  <a16:creationId xmlns:a16="http://schemas.microsoft.com/office/drawing/2014/main" id="{FE29042A-D1DE-B2CE-7688-B38482E35A65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07556" y="1773474"/>
              <a:ext cx="1966569" cy="648000"/>
            </a:xfrm>
            <a:prstGeom prst="rect">
              <a:avLst/>
            </a:prstGeom>
          </p:spPr>
          <p:txBody>
            <a:bodyPr lIns="0" tIns="0" rIns="0" bIns="0" anchor="b" anchorCtr="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3200" noProof="0" err="1">
                  <a:solidFill>
                    <a:schemeClr val="bg1"/>
                  </a:solidFill>
                </a:rPr>
                <a:t>Requirements</a:t>
              </a:r>
              <a:r>
                <a:rPr lang="de-DE" sz="3200" noProof="0">
                  <a:solidFill>
                    <a:schemeClr val="bg1"/>
                  </a:solidFill>
                </a:rPr>
                <a:t> Engineer</a:t>
              </a:r>
            </a:p>
          </p:txBody>
        </p:sp>
        <p:sp>
          <p:nvSpPr>
            <p:cNvPr id="11" name="Inhaltsplatzhalter 2">
              <a:extLst>
                <a:ext uri="{FF2B5EF4-FFF2-40B4-BE49-F238E27FC236}">
                  <a16:creationId xmlns:a16="http://schemas.microsoft.com/office/drawing/2014/main" id="{B41E94EC-3513-1031-B965-0157354C192F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07368" y="2564904"/>
              <a:ext cx="1872000" cy="3600240"/>
            </a:xfrm>
            <a:prstGeom prst="rect">
              <a:avLst/>
            </a:prstGeom>
            <a:noFill/>
          </p:spPr>
          <p:txBody>
            <a:bodyPr lIns="0" tIns="0" rIns="0" bIns="0"/>
            <a:lstStyle>
              <a:lvl1pPr marL="18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Fira Sans" panose="020B0503050000020004" pitchFamily="34" charset="0"/>
                <a:buChar char="&gt;"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Fira Sans" panose="020B0503050000020004" pitchFamily="34" charset="0"/>
                <a:buChar char="&gt;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Symbol" panose="05050102010706020507" pitchFamily="18" charset="2"/>
                <a:buChar char="-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72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Symbol" panose="05050102010706020507" pitchFamily="18" charset="2"/>
                <a:buChar char="-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200"/>
                </a:spcAft>
                <a:buFont typeface="Symbol" panose="05050102010706020507" pitchFamily="18" charset="2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Fira Sans" panose="020B0503050000020004" pitchFamily="34" charset="0"/>
                <a:buChar char="&gt;"/>
                <a:defRPr sz="10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288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Fira Sans" panose="020B0503050000020004" pitchFamily="34" charset="0"/>
                <a:buChar char="&gt;"/>
                <a:defRPr sz="10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432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Symbol" panose="05050102010706020507" pitchFamily="18" charset="2"/>
                <a:buChar char="-"/>
                <a:defRPr sz="10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4"/>
              <a:r>
                <a:rPr lang="de-DE" b="0" noProof="0"/>
                <a:t>Der RE-Agent erstellt strukturierte User Stories und macht einen Task-Breakdown.</a:t>
              </a:r>
            </a:p>
          </p:txBody>
        </p:sp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483F5F6-E973-12AF-FEBF-F972B1DBAAF0}"/>
              </a:ext>
            </a:extLst>
          </p:cNvPr>
          <p:cNvGrpSpPr/>
          <p:nvPr/>
        </p:nvGrpSpPr>
        <p:grpSpPr>
          <a:xfrm>
            <a:off x="4927848" y="5022850"/>
            <a:ext cx="2520000" cy="1142294"/>
            <a:chOff x="2783130" y="1773474"/>
            <a:chExt cx="1872189" cy="4391670"/>
          </a:xfrm>
        </p:grpSpPr>
        <p:sp>
          <p:nvSpPr>
            <p:cNvPr id="12" name="Textplatzhalter 24">
              <a:extLst>
                <a:ext uri="{FF2B5EF4-FFF2-40B4-BE49-F238E27FC236}">
                  <a16:creationId xmlns:a16="http://schemas.microsoft.com/office/drawing/2014/main" id="{B5B7C98B-EA71-FC02-415D-7621A5E479A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2783319" y="1773474"/>
              <a:ext cx="1872000" cy="648000"/>
            </a:xfrm>
            <a:prstGeom prst="rect">
              <a:avLst/>
            </a:prstGeom>
          </p:spPr>
          <p:txBody>
            <a:bodyPr lIns="0" tIns="0" rIns="0" bIns="0" anchor="b" anchorCtr="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3200" noProof="0">
                  <a:solidFill>
                    <a:schemeClr val="bg1"/>
                  </a:solidFill>
                </a:rPr>
                <a:t>Entwickler</a:t>
              </a:r>
            </a:p>
          </p:txBody>
        </p:sp>
        <p:sp>
          <p:nvSpPr>
            <p:cNvPr id="13" name="Inhaltsplatzhalter 2">
              <a:extLst>
                <a:ext uri="{FF2B5EF4-FFF2-40B4-BE49-F238E27FC236}">
                  <a16:creationId xmlns:a16="http://schemas.microsoft.com/office/drawing/2014/main" id="{089410A7-D508-D808-3652-EB8EC2F4FA55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2783130" y="2564904"/>
              <a:ext cx="1872000" cy="3600240"/>
            </a:xfrm>
            <a:prstGeom prst="rect">
              <a:avLst/>
            </a:prstGeom>
            <a:noFill/>
          </p:spPr>
          <p:txBody>
            <a:bodyPr lIns="0" tIns="0" rIns="0" bIns="0"/>
            <a:lstStyle>
              <a:lvl1pPr marL="18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Fira Sans" panose="020B0503050000020004" pitchFamily="34" charset="0"/>
                <a:buChar char="&gt;"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Fira Sans" panose="020B0503050000020004" pitchFamily="34" charset="0"/>
                <a:buChar char="&gt;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Symbol" panose="05050102010706020507" pitchFamily="18" charset="2"/>
                <a:buChar char="-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72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Symbol" panose="05050102010706020507" pitchFamily="18" charset="2"/>
                <a:buChar char="-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200"/>
                </a:spcAft>
                <a:buFont typeface="Symbol" panose="05050102010706020507" pitchFamily="18" charset="2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Fira Sans" panose="020B0503050000020004" pitchFamily="34" charset="0"/>
                <a:buChar char="&gt;"/>
                <a:defRPr sz="10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288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Fira Sans" panose="020B0503050000020004" pitchFamily="34" charset="0"/>
                <a:buChar char="&gt;"/>
                <a:defRPr sz="10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432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Symbol" panose="05050102010706020507" pitchFamily="18" charset="2"/>
                <a:buChar char="-"/>
                <a:defRPr sz="10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4"/>
              <a:r>
                <a:rPr lang="de-DE" b="0" noProof="0"/>
                <a:t>Der Entwickler nimmt die User Stories auf und entwickelt die Anwendung anhand der Architektur Dokumentation.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5093D999-4C84-115C-BAC4-BED24451AAB7}"/>
              </a:ext>
            </a:extLst>
          </p:cNvPr>
          <p:cNvGrpSpPr/>
          <p:nvPr/>
        </p:nvGrpSpPr>
        <p:grpSpPr>
          <a:xfrm>
            <a:off x="8800937" y="5022850"/>
            <a:ext cx="2520000" cy="1142294"/>
            <a:chOff x="9906724" y="1773474"/>
            <a:chExt cx="1872189" cy="4391670"/>
          </a:xfrm>
        </p:grpSpPr>
        <p:sp>
          <p:nvSpPr>
            <p:cNvPr id="18" name="Textplatzhalter 24">
              <a:extLst>
                <a:ext uri="{FF2B5EF4-FFF2-40B4-BE49-F238E27FC236}">
                  <a16:creationId xmlns:a16="http://schemas.microsoft.com/office/drawing/2014/main" id="{2312E448-FDDA-EAF0-63E3-78A308AE6F02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9906913" y="1773474"/>
              <a:ext cx="1872000" cy="648000"/>
            </a:xfrm>
            <a:prstGeom prst="rect">
              <a:avLst/>
            </a:prstGeom>
          </p:spPr>
          <p:txBody>
            <a:bodyPr lIns="0" tIns="0" rIns="0" bIns="0" anchor="b" anchorCtr="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3600" b="1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3200" noProof="0">
                  <a:solidFill>
                    <a:schemeClr val="bg1"/>
                  </a:solidFill>
                </a:rPr>
                <a:t>Tester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65EC4539-0735-9C51-720C-9E81CBA0605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9906724" y="2564904"/>
              <a:ext cx="1872000" cy="3600240"/>
            </a:xfrm>
            <a:prstGeom prst="rect">
              <a:avLst/>
            </a:prstGeom>
            <a:noFill/>
          </p:spPr>
          <p:txBody>
            <a:bodyPr lIns="0" tIns="0" rIns="0" bIns="0"/>
            <a:lstStyle>
              <a:lvl1pPr marL="18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Fira Sans" panose="020B0503050000020004" pitchFamily="34" charset="0"/>
                <a:buChar char="&gt;"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Fira Sans" panose="020B0503050000020004" pitchFamily="34" charset="0"/>
                <a:buChar char="&gt;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Symbol" panose="05050102010706020507" pitchFamily="18" charset="2"/>
                <a:buChar char="-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72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Symbol" panose="05050102010706020507" pitchFamily="18" charset="2"/>
                <a:buChar char="-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200"/>
                </a:spcAft>
                <a:buFont typeface="Symbol" panose="05050102010706020507" pitchFamily="18" charset="2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Fira Sans" panose="020B0503050000020004" pitchFamily="34" charset="0"/>
                <a:buChar char="&gt;"/>
                <a:defRPr sz="10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288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Fira Sans" panose="020B0503050000020004" pitchFamily="34" charset="0"/>
                <a:buChar char="&gt;"/>
                <a:defRPr sz="10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432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Font typeface="Symbol" panose="05050102010706020507" pitchFamily="18" charset="2"/>
                <a:buChar char="-"/>
                <a:defRPr sz="10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4"/>
              <a:r>
                <a:rPr lang="de-DE" b="0" noProof="0"/>
                <a:t>Der Tester nimmt die User Stories auf und entwickelt anhand der Stories Tests.</a:t>
              </a:r>
            </a:p>
          </p:txBody>
        </p:sp>
      </p:grp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7404E2A-C06E-9C4F-D0B4-5C7699A7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4EC26-CB74-4848-8B22-B9E3C1387B28}" type="datetime1">
              <a:rPr lang="de-DE" noProof="0" smtClean="0"/>
              <a:t>03.09.26</a:t>
            </a:fld>
            <a:endParaRPr lang="de-DE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0DE5CC-D992-445B-C91B-7157BDFC0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err="1"/>
              <a:t>adSCAILE</a:t>
            </a:r>
            <a:r>
              <a:rPr lang="de-DE" noProof="0"/>
              <a:t> </a:t>
            </a:r>
            <a:r>
              <a:rPr lang="de-DE" noProof="0" err="1"/>
              <a:t>HackAIthon</a:t>
            </a:r>
            <a:endParaRPr lang="de-DE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44242FA-7123-412F-D24F-12103F508D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269" b="7633"/>
          <a:stretch>
            <a:fillRect/>
          </a:stretch>
        </p:blipFill>
        <p:spPr>
          <a:xfrm>
            <a:off x="1125863" y="1221088"/>
            <a:ext cx="2505333" cy="290006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F5B95C96-6EA6-C897-8F82-A81FC8D825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1" b="5943"/>
          <a:stretch>
            <a:fillRect/>
          </a:stretch>
        </p:blipFill>
        <p:spPr>
          <a:xfrm>
            <a:off x="4942261" y="1221088"/>
            <a:ext cx="2505333" cy="2900062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D383C786-6198-B8EA-1CCF-CA336635B1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21" b="5874"/>
          <a:stretch>
            <a:fillRect/>
          </a:stretch>
        </p:blipFill>
        <p:spPr>
          <a:xfrm>
            <a:off x="8811779" y="1221088"/>
            <a:ext cx="2508904" cy="290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003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NTIME_ID" val="494703d2-6e8c-4210-9b06-bc0a02fbdb2b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NTIME_ID" val="494703d2-6e8c-4210-9b06-bc0a02fbdb2b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NTIME_ID" val="494703d2-6e8c-4210-9b06-bc0a02fbdb2b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NTIME_ID" val="494703d2-6e8c-4210-9b06-bc0a02fbdb2b"/>
</p:tagLst>
</file>

<file path=ppt/theme/theme1.xml><?xml version="1.0" encoding="utf-8"?>
<a:theme xmlns:a="http://schemas.openxmlformats.org/drawingml/2006/main" name="adesso Master">
  <a:themeElements>
    <a:clrScheme name="adesso1">
      <a:dk1>
        <a:srgbClr val="000000"/>
      </a:dk1>
      <a:lt1>
        <a:srgbClr val="FFFFFF"/>
      </a:lt1>
      <a:dk2>
        <a:srgbClr val="006EC7"/>
      </a:dk2>
      <a:lt2>
        <a:srgbClr val="E7E5E3"/>
      </a:lt2>
      <a:accent1>
        <a:srgbClr val="461EBE"/>
      </a:accent1>
      <a:accent2>
        <a:srgbClr val="FF9868"/>
      </a:accent2>
      <a:accent3>
        <a:srgbClr val="887D75"/>
      </a:accent3>
      <a:accent4>
        <a:srgbClr val="76C800"/>
      </a:accent4>
      <a:accent5>
        <a:srgbClr val="F566BA"/>
      </a:accent5>
      <a:accent6>
        <a:srgbClr val="28DCAA"/>
      </a:accent6>
      <a:hlink>
        <a:srgbClr val="006EC7"/>
      </a:hlink>
      <a:folHlink>
        <a:srgbClr val="887D75"/>
      </a:folHlink>
    </a:clrScheme>
    <a:fontScheme name="adesso1">
      <a:majorFont>
        <a:latin typeface="Fira Sans Condensed"/>
        <a:ea typeface=""/>
        <a:cs typeface=""/>
      </a:majorFont>
      <a:minorFont>
        <a:latin typeface="Fir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12700">
          <a:noFill/>
        </a:ln>
      </a:spPr>
      <a:bodyPr rtlCol="0" anchor="ctr"/>
      <a:lstStyle>
        <a:defPPr algn="l">
          <a:buClr>
            <a:schemeClr val="bg1"/>
          </a:buClr>
          <a:defRPr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mtClean="0"/>
        </a:defPPr>
      </a:lstStyle>
    </a:txDef>
  </a:objectDefaults>
  <a:extraClrSchemeLst/>
  <a:custClrLst>
    <a:custClr name="adesso-grey">
      <a:srgbClr val="887D75"/>
    </a:custClr>
    <a:custClr name="adesso-grey 70%">
      <a:srgbClr val="ACA49E"/>
    </a:custClr>
    <a:custClr name="adesso-grey 40%">
      <a:srgbClr val="CFCBC8"/>
    </a:custClr>
    <a:custClr name="adesso-grey 20%">
      <a:srgbClr val="E7E5E3"/>
    </a:custClr>
    <a:custClr>
      <a:srgbClr val="FFFFFF"/>
    </a:custClr>
    <a:custClr>
      <a:srgbClr val="FFFFFF"/>
    </a:custClr>
    <a:custClr>
      <a:srgbClr val="FFFFFF"/>
    </a:custClr>
    <a:custClr name="Traffic light red">
      <a:srgbClr val="EE0000"/>
    </a:custClr>
    <a:custClr name="Traffic light yellow">
      <a:srgbClr val="FFC000"/>
    </a:custClr>
    <a:custClr name="Traffic light green">
      <a:srgbClr val="76C800"/>
    </a:custClr>
    <a:custClr name="Turkis">
      <a:srgbClr val="28DCAA"/>
    </a:custClr>
    <a:custClr name="Turkis 70%">
      <a:srgbClr val="69E7C4"/>
    </a:custClr>
    <a:custClr name="Türkis 40%">
      <a:srgbClr val="A9F1DD"/>
    </a:custClr>
    <a:custClr name="Türkis 20%">
      <a:srgbClr val="D4F8EE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Violet">
      <a:srgbClr val="461EBE"/>
    </a:custClr>
    <a:custClr name="Violet 70%">
      <a:srgbClr val="7D61D2"/>
    </a:custClr>
    <a:custClr name="Violet 40%">
      <a:srgbClr val="B5A5E5"/>
    </a:custClr>
    <a:custClr name="Violet 20%">
      <a:srgbClr val="DAD2F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ink">
      <a:srgbClr val="F566BA"/>
    </a:custClr>
    <a:custClr name="Pink 70%">
      <a:srgbClr val="F894CF"/>
    </a:custClr>
    <a:custClr name="Pink 40%">
      <a:srgbClr val="FBC2E3"/>
    </a:custClr>
    <a:custClr name="Pink 20%">
      <a:srgbClr val="FDE0F1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ge">
      <a:srgbClr val="FF9868"/>
    </a:custClr>
    <a:custClr name="Orange 70%">
      <a:srgbClr val="FFB795"/>
    </a:custClr>
    <a:custClr name="Orange 40%">
      <a:srgbClr val="FFD6C3"/>
    </a:custClr>
    <a:custClr name="Orange 20%">
      <a:srgbClr val="FFEAE1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adesso-PPT-Library 2026.pptx" id="{C45AA167-A697-4A0D-B79E-75803BC3F8CE}" vid="{8CB37131-D222-4B90-9CFF-3BCE46987599}"/>
    </a:ext>
  </a:extLst>
</a:theme>
</file>

<file path=ppt/theme/theme2.xml><?xml version="1.0" encoding="utf-8"?>
<a:theme xmlns:a="http://schemas.openxmlformats.org/drawingml/2006/main" name="Office">
  <a:themeElements>
    <a:clrScheme name="_adesso">
      <a:dk1>
        <a:srgbClr val="000000"/>
      </a:dk1>
      <a:lt1>
        <a:srgbClr val="FFFFFF"/>
      </a:lt1>
      <a:dk2>
        <a:srgbClr val="006EC7"/>
      </a:dk2>
      <a:lt2>
        <a:srgbClr val="E7E5E3"/>
      </a:lt2>
      <a:accent1>
        <a:srgbClr val="461EBE"/>
      </a:accent1>
      <a:accent2>
        <a:srgbClr val="FF9868"/>
      </a:accent2>
      <a:accent3>
        <a:srgbClr val="887D75"/>
      </a:accent3>
      <a:accent4>
        <a:srgbClr val="76C800"/>
      </a:accent4>
      <a:accent5>
        <a:srgbClr val="F566BA"/>
      </a:accent5>
      <a:accent6>
        <a:srgbClr val="28DCAA"/>
      </a:accent6>
      <a:hlink>
        <a:srgbClr val="006EC7"/>
      </a:hlink>
      <a:folHlink>
        <a:srgbClr val="887D75"/>
      </a:folHlink>
    </a:clrScheme>
    <a:fontScheme name="_adesso">
      <a:majorFont>
        <a:latin typeface="Fira Sans Condensed"/>
        <a:ea typeface=""/>
        <a:cs typeface=""/>
      </a:majorFont>
      <a:minorFont>
        <a:latin typeface="Fir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_adesso">
      <a:dk1>
        <a:srgbClr val="000000"/>
      </a:dk1>
      <a:lt1>
        <a:srgbClr val="FFFFFF"/>
      </a:lt1>
      <a:dk2>
        <a:srgbClr val="006EC7"/>
      </a:dk2>
      <a:lt2>
        <a:srgbClr val="E7E5E3"/>
      </a:lt2>
      <a:accent1>
        <a:srgbClr val="461EBE"/>
      </a:accent1>
      <a:accent2>
        <a:srgbClr val="FF9868"/>
      </a:accent2>
      <a:accent3>
        <a:srgbClr val="887D75"/>
      </a:accent3>
      <a:accent4>
        <a:srgbClr val="76C800"/>
      </a:accent4>
      <a:accent5>
        <a:srgbClr val="F566BA"/>
      </a:accent5>
      <a:accent6>
        <a:srgbClr val="28DCAA"/>
      </a:accent6>
      <a:hlink>
        <a:srgbClr val="006EC7"/>
      </a:hlink>
      <a:folHlink>
        <a:srgbClr val="887D75"/>
      </a:folHlink>
    </a:clrScheme>
    <a:fontScheme name="_adesso">
      <a:majorFont>
        <a:latin typeface="Fira Sans Condensed"/>
        <a:ea typeface=""/>
        <a:cs typeface=""/>
      </a:majorFont>
      <a:minorFont>
        <a:latin typeface="Fir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46D48F-35ED-455A-B481-814D7E0833FB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8514D70C1A3B4F9C430E4B12B7D6A7" ma:contentTypeVersion="10" ma:contentTypeDescription="Create a new document." ma:contentTypeScope="" ma:versionID="4235cc71b441b240c8b64977e1f25418">
  <xsd:schema xmlns:xsd="http://www.w3.org/2001/XMLSchema" xmlns:xs="http://www.w3.org/2001/XMLSchema" xmlns:p="http://schemas.microsoft.com/office/2006/metadata/properties" xmlns:ns2="74ebc1c2-05c7-4b4d-be9a-6b82cdc75a49" xmlns:ns3="2fd8e7a4-6794-4c0f-8edf-b9f386aa3709" targetNamespace="http://schemas.microsoft.com/office/2006/metadata/properties" ma:root="true" ma:fieldsID="97f6d1e252c4611f1ba7952c149869ae" ns2:_="" ns3:_="">
    <xsd:import namespace="74ebc1c2-05c7-4b4d-be9a-6b82cdc75a49"/>
    <xsd:import namespace="2fd8e7a4-6794-4c0f-8edf-b9f386aa37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ebc1c2-05c7-4b4d-be9a-6b82cdc75a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699f302-2c19-4e45-9402-59f24fbee0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8e7a4-6794-4c0f-8edf-b9f386aa370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2c8f66a-a4fd-4301-8afb-0dcbceec96f3}" ma:internalName="TaxCatchAll" ma:showField="CatchAllData" ma:web="2fd8e7a4-6794-4c0f-8edf-b9f386aa37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ebc1c2-05c7-4b4d-be9a-6b82cdc75a49">
      <Terms xmlns="http://schemas.microsoft.com/office/infopath/2007/PartnerControls"/>
    </lcf76f155ced4ddcb4097134ff3c332f>
    <TaxCatchAll xmlns="2fd8e7a4-6794-4c0f-8edf-b9f386aa3709" xsi:nil="true"/>
  </documentManagement>
</p:properties>
</file>

<file path=customXml/itemProps1.xml><?xml version="1.0" encoding="utf-8"?>
<ds:datastoreItem xmlns:ds="http://schemas.openxmlformats.org/officeDocument/2006/customXml" ds:itemID="{4710FE7F-CFAC-48EE-BD18-61923CD8BF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894895D-1C78-4724-8F13-9F1AF25FAC95}">
  <ds:schemaRefs>
    <ds:schemaRef ds:uri="2fd8e7a4-6794-4c0f-8edf-b9f386aa3709"/>
    <ds:schemaRef ds:uri="74ebc1c2-05c7-4b4d-be9a-6b82cdc75a4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D22401F-FDB9-47A8-ADDE-3994B287C535}">
  <ds:schemaRefs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infopath/2007/PartnerControls"/>
    <ds:schemaRef ds:uri="2fd8e7a4-6794-4c0f-8edf-b9f386aa3709"/>
    <ds:schemaRef ds:uri="74ebc1c2-05c7-4b4d-be9a-6b82cdc75a4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adesso-PPT-Master</Template>
  <TotalTime>0</TotalTime>
  <Words>564</Words>
  <Application>Microsoft Macintosh PowerPoint</Application>
  <PresentationFormat>Breitbild</PresentationFormat>
  <Paragraphs>136</Paragraphs>
  <Slides>9</Slides>
  <Notes>3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Arial</vt:lpstr>
      <vt:lpstr>Fira Sans</vt:lpstr>
      <vt:lpstr>Fira Sans Condensed</vt:lpstr>
      <vt:lpstr>Symbol</vt:lpstr>
      <vt:lpstr>adesso Master</vt:lpstr>
      <vt:lpstr>think-cell Folie</vt:lpstr>
      <vt:lpstr>adSCAILE HackAIthon reloaded</vt:lpstr>
      <vt:lpstr>Agenda</vt:lpstr>
      <vt:lpstr>Einführung</vt:lpstr>
      <vt:lpstr>PowerPoint-Präsentation</vt:lpstr>
      <vt:lpstr>PowerPoint-Präsentation</vt:lpstr>
      <vt:lpstr>PowerPoint-Präsentation</vt:lpstr>
      <vt:lpstr>Agents vs. Skills</vt:lpstr>
      <vt:lpstr>Beispiel: Bundesliga-Tipp-Agent</vt:lpstr>
      <vt:lpstr>Vorgabe: Erstellt und verwendet mindestens 3 Agenten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Joosten, Iris</dc:creator>
  <dc:description>Optimized for Office 365</dc:description>
  <cp:lastModifiedBy>Peter-Duy-Linh Bui</cp:lastModifiedBy>
  <cp:revision>5</cp:revision>
  <dcterms:created xsi:type="dcterms:W3CDTF">2026-01-06T15:01:02Z</dcterms:created>
  <dcterms:modified xsi:type="dcterms:W3CDTF">2026-09-02T22:54:01Z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0x010100688514D70C1A3B4F9C430E4B12B7D6A7</vt:lpwstr>
  </property>
  <property fmtid="{D5CDD505-2E9C-101B-9397-08002B2CF9AE}" pid="3" name="MediaServiceImageTags">
    <vt:lpwstr/>
  </property>
</Properties>
</file>